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95" r:id="rId7"/>
    <p:sldId id="289" r:id="rId8"/>
    <p:sldId id="297" r:id="rId9"/>
    <p:sldId id="290" r:id="rId10"/>
    <p:sldId id="291" r:id="rId11"/>
    <p:sldId id="294" r:id="rId12"/>
    <p:sldId id="301" r:id="rId13"/>
    <p:sldId id="300" r:id="rId14"/>
    <p:sldId id="29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2C6A4-57AF-4ECF-AD03-B089566453B0}" v="264" dt="2026-10-02T07:41:23.726"/>
    <p1510:client id="{6DEED350-693D-48CE-BCDD-A6FB588F483B}" v="68" dt="2026-10-02T07:59:24.541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646" autoAdjust="0"/>
  </p:normalViewPr>
  <p:slideViewPr>
    <p:cSldViewPr snapToGrid="0">
      <p:cViewPr>
        <p:scale>
          <a:sx n="100" d="100"/>
          <a:sy n="100" d="100"/>
        </p:scale>
        <p:origin x="-1238" y="-115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stos Skosana" userId="S::20251311@ctucareer.co.za::cf2772d1-f172-4540-9747-c054a7192686" providerId="AD" clId="Web-{2702C6A4-57AF-4ECF-AD03-B089566453B0}"/>
    <pc:docChg chg="delSld modSld sldOrd">
      <pc:chgData name="Fistos Skosana" userId="S::20251311@ctucareer.co.za::cf2772d1-f172-4540-9747-c054a7192686" providerId="AD" clId="Web-{2702C6A4-57AF-4ECF-AD03-B089566453B0}" dt="2026-10-02T07:41:23.726" v="237"/>
      <pc:docMkLst>
        <pc:docMk/>
      </pc:docMkLst>
      <pc:sldChg chg="addSp modSp mod modClrScheme chgLayout">
        <pc:chgData name="Fistos Skosana" userId="S::20251311@ctucareer.co.za::cf2772d1-f172-4540-9747-c054a7192686" providerId="AD" clId="Web-{2702C6A4-57AF-4ECF-AD03-B089566453B0}" dt="2026-10-02T07:21:34.440" v="12" actId="20577"/>
        <pc:sldMkLst>
          <pc:docMk/>
          <pc:sldMk cId="2259308896" sldId="256"/>
        </pc:sldMkLst>
        <pc:spChg chg="mod">
          <ac:chgData name="Fistos Skosana" userId="S::20251311@ctucareer.co.za::cf2772d1-f172-4540-9747-c054a7192686" providerId="AD" clId="Web-{2702C6A4-57AF-4ECF-AD03-B089566453B0}" dt="2026-10-02T07:21:00.081" v="8"/>
          <ac:spMkLst>
            <pc:docMk/>
            <pc:sldMk cId="2259308896" sldId="256"/>
            <ac:spMk id="2" creationId="{51DF3D98-3C30-4CFC-8643-C81E829C8C25}"/>
          </ac:spMkLst>
        </pc:spChg>
        <pc:spChg chg="add mod">
          <ac:chgData name="Fistos Skosana" userId="S::20251311@ctucareer.co.za::cf2772d1-f172-4540-9747-c054a7192686" providerId="AD" clId="Web-{2702C6A4-57AF-4ECF-AD03-B089566453B0}" dt="2026-10-02T07:21:34.440" v="12" actId="20577"/>
          <ac:spMkLst>
            <pc:docMk/>
            <pc:sldMk cId="2259308896" sldId="256"/>
            <ac:spMk id="7" creationId="{1A740D0B-D430-EF51-F305-B734F86329E7}"/>
          </ac:spMkLst>
        </pc:spChg>
      </pc:sldChg>
      <pc:sldChg chg="modSp">
        <pc:chgData name="Fistos Skosana" userId="S::20251311@ctucareer.co.za::cf2772d1-f172-4540-9747-c054a7192686" providerId="AD" clId="Web-{2702C6A4-57AF-4ECF-AD03-B089566453B0}" dt="2026-10-02T07:24:03.095" v="32" actId="20577"/>
        <pc:sldMkLst>
          <pc:docMk/>
          <pc:sldMk cId="1325608595" sldId="257"/>
        </pc:sldMkLst>
        <pc:spChg chg="mod">
          <ac:chgData name="Fistos Skosana" userId="S::20251311@ctucareer.co.za::cf2772d1-f172-4540-9747-c054a7192686" providerId="AD" clId="Web-{2702C6A4-57AF-4ECF-AD03-B089566453B0}" dt="2026-10-02T07:23:07.080" v="18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24:03.095" v="32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del">
        <pc:chgData name="Fistos Skosana" userId="S::20251311@ctucareer.co.za::cf2772d1-f172-4540-9747-c054a7192686" providerId="AD" clId="Web-{2702C6A4-57AF-4ECF-AD03-B089566453B0}" dt="2026-10-02T07:41:23.726" v="237"/>
        <pc:sldMkLst>
          <pc:docMk/>
          <pc:sldMk cId="3662677160" sldId="286"/>
        </pc:sldMkLst>
      </pc:sldChg>
      <pc:sldChg chg="del">
        <pc:chgData name="Fistos Skosana" userId="S::20251311@ctucareer.co.za::cf2772d1-f172-4540-9747-c054a7192686" providerId="AD" clId="Web-{2702C6A4-57AF-4ECF-AD03-B089566453B0}" dt="2026-10-02T07:41:17.851" v="236"/>
        <pc:sldMkLst>
          <pc:docMk/>
          <pc:sldMk cId="779750606" sldId="288"/>
        </pc:sldMkLst>
      </pc:sldChg>
      <pc:sldChg chg="modSp">
        <pc:chgData name="Fistos Skosana" userId="S::20251311@ctucareer.co.za::cf2772d1-f172-4540-9747-c054a7192686" providerId="AD" clId="Web-{2702C6A4-57AF-4ECF-AD03-B089566453B0}" dt="2026-10-02T07:30:33.435" v="115" actId="20577"/>
        <pc:sldMkLst>
          <pc:docMk/>
          <pc:sldMk cId="2529338794" sldId="289"/>
        </pc:sldMkLst>
        <pc:spChg chg="mod">
          <ac:chgData name="Fistos Skosana" userId="S::20251311@ctucareer.co.za::cf2772d1-f172-4540-9747-c054a7192686" providerId="AD" clId="Web-{2702C6A4-57AF-4ECF-AD03-B089566453B0}" dt="2026-10-02T07:30:33.435" v="115" actId="20577"/>
          <ac:spMkLst>
            <pc:docMk/>
            <pc:sldMk cId="2529338794" sldId="289"/>
            <ac:spMk id="3" creationId="{DAF7743C-9A64-6DD7-26EC-7870E2484D2F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30:27.826" v="112" actId="20577"/>
          <ac:spMkLst>
            <pc:docMk/>
            <pc:sldMk cId="2529338794" sldId="289"/>
            <ac:spMk id="5" creationId="{7FF5EE67-DE83-C00F-F31C-58A2B46234DB}"/>
          </ac:spMkLst>
        </pc:spChg>
      </pc:sldChg>
      <pc:sldChg chg="modSp">
        <pc:chgData name="Fistos Skosana" userId="S::20251311@ctucareer.co.za::cf2772d1-f172-4540-9747-c054a7192686" providerId="AD" clId="Web-{2702C6A4-57AF-4ECF-AD03-B089566453B0}" dt="2026-10-02T07:33:35.668" v="150" actId="20577"/>
        <pc:sldMkLst>
          <pc:docMk/>
          <pc:sldMk cId="1265939620" sldId="290"/>
        </pc:sldMkLst>
        <pc:spChg chg="mod">
          <ac:chgData name="Fistos Skosana" userId="S::20251311@ctucareer.co.za::cf2772d1-f172-4540-9747-c054a7192686" providerId="AD" clId="Web-{2702C6A4-57AF-4ECF-AD03-B089566453B0}" dt="2026-10-02T07:33:35.668" v="150" actId="20577"/>
          <ac:spMkLst>
            <pc:docMk/>
            <pc:sldMk cId="1265939620" sldId="290"/>
            <ac:spMk id="3" creationId="{D1455C0B-19FB-954B-532A-0A68CAC4E0E4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33:21.230" v="148" actId="20577"/>
          <ac:spMkLst>
            <pc:docMk/>
            <pc:sldMk cId="1265939620" sldId="290"/>
            <ac:spMk id="4" creationId="{DBA34351-9D9C-8C32-5CC0-3F19A1CAC037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32:48.215" v="139" actId="20577"/>
          <ac:spMkLst>
            <pc:docMk/>
            <pc:sldMk cId="1265939620" sldId="290"/>
            <ac:spMk id="6" creationId="{EDF9E134-98AA-3ECE-E40A-180C85ACD7D5}"/>
          </ac:spMkLst>
        </pc:spChg>
      </pc:sldChg>
      <pc:sldChg chg="addSp delSp modSp">
        <pc:chgData name="Fistos Skosana" userId="S::20251311@ctucareer.co.za::cf2772d1-f172-4540-9747-c054a7192686" providerId="AD" clId="Web-{2702C6A4-57AF-4ECF-AD03-B089566453B0}" dt="2026-10-02T07:40:57.648" v="235"/>
        <pc:sldMkLst>
          <pc:docMk/>
          <pc:sldMk cId="2652102883" sldId="291"/>
        </pc:sldMkLst>
        <pc:spChg chg="del mod">
          <ac:chgData name="Fistos Skosana" userId="S::20251311@ctucareer.co.za::cf2772d1-f172-4540-9747-c054a7192686" providerId="AD" clId="Web-{2702C6A4-57AF-4ECF-AD03-B089566453B0}" dt="2026-10-02T07:35:45.120" v="158"/>
          <ac:spMkLst>
            <pc:docMk/>
            <pc:sldMk cId="2652102883" sldId="291"/>
            <ac:spMk id="3" creationId="{D1455C0B-19FB-954B-532A-0A68CAC4E0E4}"/>
          </ac:spMkLst>
        </pc:spChg>
        <pc:spChg chg="del mod">
          <ac:chgData name="Fistos Skosana" userId="S::20251311@ctucareer.co.za::cf2772d1-f172-4540-9747-c054a7192686" providerId="AD" clId="Web-{2702C6A4-57AF-4ECF-AD03-B089566453B0}" dt="2026-10-02T07:35:49.870" v="159"/>
          <ac:spMkLst>
            <pc:docMk/>
            <pc:sldMk cId="2652102883" sldId="291"/>
            <ac:spMk id="4" creationId="{DBA34351-9D9C-8C32-5CC0-3F19A1CAC037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35:07.339" v="153" actId="20577"/>
          <ac:spMkLst>
            <pc:docMk/>
            <pc:sldMk cId="2652102883" sldId="291"/>
            <ac:spMk id="6" creationId="{64CFB73D-B7C9-A177-04F3-E48E841A875E}"/>
          </ac:spMkLst>
        </pc:spChg>
        <pc:graphicFrameChg chg="add mod ord modGraphic">
          <ac:chgData name="Fistos Skosana" userId="S::20251311@ctucareer.co.za::cf2772d1-f172-4540-9747-c054a7192686" providerId="AD" clId="Web-{2702C6A4-57AF-4ECF-AD03-B089566453B0}" dt="2026-10-02T07:40:57.648" v="235"/>
          <ac:graphicFrameMkLst>
            <pc:docMk/>
            <pc:sldMk cId="2652102883" sldId="291"/>
            <ac:graphicFrameMk id="2" creationId="{46A34C6C-B670-AC34-A642-C7B2555E1934}"/>
          </ac:graphicFrameMkLst>
        </pc:graphicFrameChg>
      </pc:sldChg>
      <pc:sldChg chg="modSp ord">
        <pc:chgData name="Fistos Skosana" userId="S::20251311@ctucareer.co.za::cf2772d1-f172-4540-9747-c054a7192686" providerId="AD" clId="Web-{2702C6A4-57AF-4ECF-AD03-B089566453B0}" dt="2026-10-02T07:29:20.545" v="109" actId="1076"/>
        <pc:sldMkLst>
          <pc:docMk/>
          <pc:sldMk cId="907915534" sldId="295"/>
        </pc:sldMkLst>
        <pc:spChg chg="mod">
          <ac:chgData name="Fistos Skosana" userId="S::20251311@ctucareer.co.za::cf2772d1-f172-4540-9747-c054a7192686" providerId="AD" clId="Web-{2702C6A4-57AF-4ECF-AD03-B089566453B0}" dt="2026-10-02T07:25:32.110" v="38" actId="20577"/>
          <ac:spMkLst>
            <pc:docMk/>
            <pc:sldMk cId="907915534" sldId="295"/>
            <ac:spMk id="2" creationId="{6FE02FA0-5805-E9D5-E5A1-5B4B485CB096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29:20.545" v="109" actId="1076"/>
          <ac:spMkLst>
            <pc:docMk/>
            <pc:sldMk cId="907915534" sldId="295"/>
            <ac:spMk id="4" creationId="{EAE9A705-E123-1C6C-EC93-CEE377B741CC}"/>
          </ac:spMkLst>
        </pc:spChg>
        <pc:graphicFrameChg chg="mod modGraphic">
          <ac:chgData name="Fistos Skosana" userId="S::20251311@ctucareer.co.za::cf2772d1-f172-4540-9747-c054a7192686" providerId="AD" clId="Web-{2702C6A4-57AF-4ECF-AD03-B089566453B0}" dt="2026-10-02T07:29:13.279" v="108"/>
          <ac:graphicFrameMkLst>
            <pc:docMk/>
            <pc:sldMk cId="907915534" sldId="295"/>
            <ac:graphicFrameMk id="5" creationId="{FD8D3D14-313E-8ED7-7BE9-2E3D506F17E6}"/>
          </ac:graphicFrameMkLst>
        </pc:graphicFrameChg>
      </pc:sldChg>
      <pc:sldChg chg="modSp">
        <pc:chgData name="Fistos Skosana" userId="S::20251311@ctucareer.co.za::cf2772d1-f172-4540-9747-c054a7192686" providerId="AD" clId="Web-{2702C6A4-57AF-4ECF-AD03-B089566453B0}" dt="2026-10-02T07:31:50.497" v="119" actId="20577"/>
        <pc:sldMkLst>
          <pc:docMk/>
          <pc:sldMk cId="4117153350" sldId="297"/>
        </pc:sldMkLst>
        <pc:spChg chg="mod">
          <ac:chgData name="Fistos Skosana" userId="S::20251311@ctucareer.co.za::cf2772d1-f172-4540-9747-c054a7192686" providerId="AD" clId="Web-{2702C6A4-57AF-4ECF-AD03-B089566453B0}" dt="2026-10-02T07:31:46.450" v="117" actId="20577"/>
          <ac:spMkLst>
            <pc:docMk/>
            <pc:sldMk cId="4117153350" sldId="297"/>
            <ac:spMk id="2" creationId="{12EAA093-E00B-31E9-0A13-71142E30E57C}"/>
          </ac:spMkLst>
        </pc:spChg>
        <pc:spChg chg="mod">
          <ac:chgData name="Fistos Skosana" userId="S::20251311@ctucareer.co.za::cf2772d1-f172-4540-9747-c054a7192686" providerId="AD" clId="Web-{2702C6A4-57AF-4ECF-AD03-B089566453B0}" dt="2026-10-02T07:31:50.497" v="119" actId="20577"/>
          <ac:spMkLst>
            <pc:docMk/>
            <pc:sldMk cId="4117153350" sldId="297"/>
            <ac:spMk id="3" creationId="{C62C8177-F0B6-B02C-3682-183D8307E999}"/>
          </ac:spMkLst>
        </pc:spChg>
      </pc:sldChg>
    </pc:docChg>
  </pc:docChgLst>
  <pc:docChgLst>
    <pc:chgData name="Fistos Skosana" userId="S::20251311@ctucareer.co.za::cf2772d1-f172-4540-9747-c054a7192686" providerId="AD" clId="Web-{6DEED350-693D-48CE-BCDD-A6FB588F483B}"/>
    <pc:docChg chg="addSld delSld modSld sldOrd">
      <pc:chgData name="Fistos Skosana" userId="S::20251311@ctucareer.co.za::cf2772d1-f172-4540-9747-c054a7192686" providerId="AD" clId="Web-{6DEED350-693D-48CE-BCDD-A6FB588F483B}" dt="2026-10-02T07:59:24.541" v="64" actId="20577"/>
      <pc:docMkLst>
        <pc:docMk/>
      </pc:docMkLst>
      <pc:sldChg chg="modSp">
        <pc:chgData name="Fistos Skosana" userId="S::20251311@ctucareer.co.za::cf2772d1-f172-4540-9747-c054a7192686" providerId="AD" clId="Web-{6DEED350-693D-48CE-BCDD-A6FB588F483B}" dt="2026-10-02T07:46:25.677" v="3" actId="1076"/>
        <pc:sldMkLst>
          <pc:docMk/>
          <pc:sldMk cId="2652102883" sldId="291"/>
        </pc:sldMkLst>
        <pc:graphicFrameChg chg="mod modGraphic">
          <ac:chgData name="Fistos Skosana" userId="S::20251311@ctucareer.co.za::cf2772d1-f172-4540-9747-c054a7192686" providerId="AD" clId="Web-{6DEED350-693D-48CE-BCDD-A6FB588F483B}" dt="2026-10-02T07:46:25.677" v="3" actId="1076"/>
          <ac:graphicFrameMkLst>
            <pc:docMk/>
            <pc:sldMk cId="2652102883" sldId="291"/>
            <ac:graphicFrameMk id="2" creationId="{46A34C6C-B670-AC34-A642-C7B2555E1934}"/>
          </ac:graphicFrameMkLst>
        </pc:graphicFrameChg>
      </pc:sldChg>
      <pc:sldChg chg="del">
        <pc:chgData name="Fistos Skosana" userId="S::20251311@ctucareer.co.za::cf2772d1-f172-4540-9747-c054a7192686" providerId="AD" clId="Web-{6DEED350-693D-48CE-BCDD-A6FB588F483B}" dt="2026-10-02T07:48:03.084" v="4"/>
        <pc:sldMkLst>
          <pc:docMk/>
          <pc:sldMk cId="362649583" sldId="292"/>
        </pc:sldMkLst>
      </pc:sldChg>
      <pc:sldChg chg="modSp">
        <pc:chgData name="Fistos Skosana" userId="S::20251311@ctucareer.co.za::cf2772d1-f172-4540-9747-c054a7192686" providerId="AD" clId="Web-{6DEED350-693D-48CE-BCDD-A6FB588F483B}" dt="2026-10-02T07:48:54.772" v="11" actId="20577"/>
        <pc:sldMkLst>
          <pc:docMk/>
          <pc:sldMk cId="853261029" sldId="294"/>
        </pc:sldMkLst>
        <pc:spChg chg="mod">
          <ac:chgData name="Fistos Skosana" userId="S::20251311@ctucareer.co.za::cf2772d1-f172-4540-9747-c054a7192686" providerId="AD" clId="Web-{6DEED350-693D-48CE-BCDD-A6FB588F483B}" dt="2026-10-02T07:48:35.865" v="7" actId="20577"/>
          <ac:spMkLst>
            <pc:docMk/>
            <pc:sldMk cId="853261029" sldId="294"/>
            <ac:spMk id="2" creationId="{97DC00FF-6B42-7D84-7831-AACC4E189E93}"/>
          </ac:spMkLst>
        </pc:spChg>
        <pc:spChg chg="mod">
          <ac:chgData name="Fistos Skosana" userId="S::20251311@ctucareer.co.za::cf2772d1-f172-4540-9747-c054a7192686" providerId="AD" clId="Web-{6DEED350-693D-48CE-BCDD-A6FB588F483B}" dt="2026-10-02T07:48:54.772" v="11" actId="20577"/>
          <ac:spMkLst>
            <pc:docMk/>
            <pc:sldMk cId="853261029" sldId="294"/>
            <ac:spMk id="4" creationId="{DE5C7B5A-A5C3-15D4-DF71-B692D28942FC}"/>
          </ac:spMkLst>
        </pc:spChg>
        <pc:spChg chg="mod">
          <ac:chgData name="Fistos Skosana" userId="S::20251311@ctucareer.co.za::cf2772d1-f172-4540-9747-c054a7192686" providerId="AD" clId="Web-{6DEED350-693D-48CE-BCDD-A6FB588F483B}" dt="2026-10-02T07:48:44.131" v="9" actId="20577"/>
          <ac:spMkLst>
            <pc:docMk/>
            <pc:sldMk cId="853261029" sldId="294"/>
            <ac:spMk id="7" creationId="{CC7FC500-BBFB-3AA4-BEDE-038CB94FFF61}"/>
          </ac:spMkLst>
        </pc:spChg>
      </pc:sldChg>
      <pc:sldChg chg="modSp">
        <pc:chgData name="Fistos Skosana" userId="S::20251311@ctucareer.co.za::cf2772d1-f172-4540-9747-c054a7192686" providerId="AD" clId="Web-{6DEED350-693D-48CE-BCDD-A6FB588F483B}" dt="2026-10-02T07:46:00.333" v="1"/>
        <pc:sldMkLst>
          <pc:docMk/>
          <pc:sldMk cId="907915534" sldId="295"/>
        </pc:sldMkLst>
        <pc:graphicFrameChg chg="modGraphic">
          <ac:chgData name="Fistos Skosana" userId="S::20251311@ctucareer.co.za::cf2772d1-f172-4540-9747-c054a7192686" providerId="AD" clId="Web-{6DEED350-693D-48CE-BCDD-A6FB588F483B}" dt="2026-10-02T07:46:00.333" v="1"/>
          <ac:graphicFrameMkLst>
            <pc:docMk/>
            <pc:sldMk cId="907915534" sldId="295"/>
            <ac:graphicFrameMk id="5" creationId="{FD8D3D14-313E-8ED7-7BE9-2E3D506F17E6}"/>
          </ac:graphicFrameMkLst>
        </pc:graphicFrameChg>
      </pc:sldChg>
      <pc:sldChg chg="modSp">
        <pc:chgData name="Fistos Skosana" userId="S::20251311@ctucareer.co.za::cf2772d1-f172-4540-9747-c054a7192686" providerId="AD" clId="Web-{6DEED350-693D-48CE-BCDD-A6FB588F483B}" dt="2026-10-02T07:52:29.038" v="46" actId="20577"/>
        <pc:sldMkLst>
          <pc:docMk/>
          <pc:sldMk cId="1609673525" sldId="296"/>
        </pc:sldMkLst>
        <pc:spChg chg="mod">
          <ac:chgData name="Fistos Skosana" userId="S::20251311@ctucareer.co.za::cf2772d1-f172-4540-9747-c054a7192686" providerId="AD" clId="Web-{6DEED350-693D-48CE-BCDD-A6FB588F483B}" dt="2026-10-02T07:52:29.038" v="46" actId="20577"/>
          <ac:spMkLst>
            <pc:docMk/>
            <pc:sldMk cId="1609673525" sldId="296"/>
            <ac:spMk id="5" creationId="{67BB04B7-47A4-741B-59E0-F0E6F2126E8F}"/>
          </ac:spMkLst>
        </pc:spChg>
      </pc:sldChg>
      <pc:sldChg chg="add del ord">
        <pc:chgData name="Fistos Skosana" userId="S::20251311@ctucareer.co.za::cf2772d1-f172-4540-9747-c054a7192686" providerId="AD" clId="Web-{6DEED350-693D-48CE-BCDD-A6FB588F483B}" dt="2026-10-02T07:52:05.741" v="35"/>
        <pc:sldMkLst>
          <pc:docMk/>
          <pc:sldMk cId="1678163377" sldId="298"/>
        </pc:sldMkLst>
      </pc:sldChg>
      <pc:sldChg chg="modSp new del">
        <pc:chgData name="Fistos Skosana" userId="S::20251311@ctucareer.co.za::cf2772d1-f172-4540-9747-c054a7192686" providerId="AD" clId="Web-{6DEED350-693D-48CE-BCDD-A6FB588F483B}" dt="2026-10-02T07:55:28.961" v="49"/>
        <pc:sldMkLst>
          <pc:docMk/>
          <pc:sldMk cId="1559415554" sldId="299"/>
        </pc:sldMkLst>
        <pc:spChg chg="mod">
          <ac:chgData name="Fistos Skosana" userId="S::20251311@ctucareer.co.za::cf2772d1-f172-4540-9747-c054a7192686" providerId="AD" clId="Web-{6DEED350-693D-48CE-BCDD-A6FB588F483B}" dt="2026-10-02T07:50:14.225" v="17" actId="20577"/>
          <ac:spMkLst>
            <pc:docMk/>
            <pc:sldMk cId="1559415554" sldId="299"/>
            <ac:spMk id="2" creationId="{EC91EB24-8A2A-7F4A-F906-4BFAB6D83370}"/>
          </ac:spMkLst>
        </pc:spChg>
        <pc:spChg chg="mod">
          <ac:chgData name="Fistos Skosana" userId="S::20251311@ctucareer.co.za::cf2772d1-f172-4540-9747-c054a7192686" providerId="AD" clId="Web-{6DEED350-693D-48CE-BCDD-A6FB588F483B}" dt="2026-10-02T07:50:35.772" v="24" actId="20577"/>
          <ac:spMkLst>
            <pc:docMk/>
            <pc:sldMk cId="1559415554" sldId="299"/>
            <ac:spMk id="3" creationId="{2A2B4C33-0BA9-7FA2-DE4F-E53723F67110}"/>
          </ac:spMkLst>
        </pc:spChg>
      </pc:sldChg>
      <pc:sldChg chg="modSp new ord">
        <pc:chgData name="Fistos Skosana" userId="S::20251311@ctucareer.co.za::cf2772d1-f172-4540-9747-c054a7192686" providerId="AD" clId="Web-{6DEED350-693D-48CE-BCDD-A6FB588F483B}" dt="2026-10-02T07:51:53.397" v="34" actId="20577"/>
        <pc:sldMkLst>
          <pc:docMk/>
          <pc:sldMk cId="3048241222" sldId="300"/>
        </pc:sldMkLst>
        <pc:spChg chg="mod">
          <ac:chgData name="Fistos Skosana" userId="S::20251311@ctucareer.co.za::cf2772d1-f172-4540-9747-c054a7192686" providerId="AD" clId="Web-{6DEED350-693D-48CE-BCDD-A6FB588F483B}" dt="2026-10-02T07:51:42.397" v="30" actId="20577"/>
          <ac:spMkLst>
            <pc:docMk/>
            <pc:sldMk cId="3048241222" sldId="300"/>
            <ac:spMk id="2" creationId="{33F76C06-66D3-57F6-4B9C-D7B35AEF6DB3}"/>
          </ac:spMkLst>
        </pc:spChg>
        <pc:spChg chg="mod">
          <ac:chgData name="Fistos Skosana" userId="S::20251311@ctucareer.co.za::cf2772d1-f172-4540-9747-c054a7192686" providerId="AD" clId="Web-{6DEED350-693D-48CE-BCDD-A6FB588F483B}" dt="2026-10-02T07:51:53.397" v="34" actId="20577"/>
          <ac:spMkLst>
            <pc:docMk/>
            <pc:sldMk cId="3048241222" sldId="300"/>
            <ac:spMk id="3" creationId="{F3A1D455-2580-CA50-A71B-95E5E182076E}"/>
          </ac:spMkLst>
        </pc:spChg>
      </pc:sldChg>
      <pc:sldChg chg="new del">
        <pc:chgData name="Fistos Skosana" userId="S::20251311@ctucareer.co.za::cf2772d1-f172-4540-9747-c054a7192686" providerId="AD" clId="Web-{6DEED350-693D-48CE-BCDD-A6FB588F483B}" dt="2026-10-02T07:55:09.086" v="48"/>
        <pc:sldMkLst>
          <pc:docMk/>
          <pc:sldMk cId="442819210" sldId="301"/>
        </pc:sldMkLst>
      </pc:sldChg>
      <pc:sldChg chg="modSp new">
        <pc:chgData name="Fistos Skosana" userId="S::20251311@ctucareer.co.za::cf2772d1-f172-4540-9747-c054a7192686" providerId="AD" clId="Web-{6DEED350-693D-48CE-BCDD-A6FB588F483B}" dt="2026-10-02T07:59:24.541" v="64" actId="20577"/>
        <pc:sldMkLst>
          <pc:docMk/>
          <pc:sldMk cId="3324800006" sldId="301"/>
        </pc:sldMkLst>
        <pc:spChg chg="mod">
          <ac:chgData name="Fistos Skosana" userId="S::20251311@ctucareer.co.za::cf2772d1-f172-4540-9747-c054a7192686" providerId="AD" clId="Web-{6DEED350-693D-48CE-BCDD-A6FB588F483B}" dt="2026-10-02T07:57:04.555" v="53" actId="20577"/>
          <ac:spMkLst>
            <pc:docMk/>
            <pc:sldMk cId="3324800006" sldId="301"/>
            <ac:spMk id="2" creationId="{FE4276BE-1133-BBFB-169E-B672F6A5C0CA}"/>
          </ac:spMkLst>
        </pc:spChg>
        <pc:spChg chg="mod">
          <ac:chgData name="Fistos Skosana" userId="S::20251311@ctucareer.co.za::cf2772d1-f172-4540-9747-c054a7192686" providerId="AD" clId="Web-{6DEED350-693D-48CE-BCDD-A6FB588F483B}" dt="2026-10-02T07:59:24.541" v="64" actId="20577"/>
          <ac:spMkLst>
            <pc:docMk/>
            <pc:sldMk cId="3324800006" sldId="301"/>
            <ac:spMk id="3" creationId="{46719EBF-CE71-02D0-6471-6A236372934F}"/>
          </ac:spMkLst>
        </pc:spChg>
        <pc:spChg chg="mod">
          <ac:chgData name="Fistos Skosana" userId="S::20251311@ctucareer.co.za::cf2772d1-f172-4540-9747-c054a7192686" providerId="AD" clId="Web-{6DEED350-693D-48CE-BCDD-A6FB588F483B}" dt="2026-10-02T07:57:35.712" v="59" actId="20577"/>
          <ac:spMkLst>
            <pc:docMk/>
            <pc:sldMk cId="3324800006" sldId="301"/>
            <ac:spMk id="4" creationId="{AF48E409-2E21-B65D-A0F2-191B54C3C9C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anchor="b">
            <a:normAutofit/>
          </a:bodyPr>
          <a:lstStyle/>
          <a:p>
            <a:r>
              <a:rPr lang="en-US" b="0"/>
              <a:t>Student Management System (SMS) for a Private College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A740D0B-D430-EF51-F305-B734F863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Group Members: Sfiso Skosana, Gift Williams, Mmutlane Molete, </a:t>
            </a:r>
            <a:r>
              <a:rPr lang="en-US" dirty="0" err="1"/>
              <a:t>Nkheto</a:t>
            </a:r>
            <a:r>
              <a:rPr lang="en-US" dirty="0"/>
              <a:t> Makhubele</a:t>
            </a:r>
          </a:p>
          <a:p>
            <a:r>
              <a:rPr lang="en-US" dirty="0"/>
              <a:t>Module: SPM622 — Software Engineering Project Management</a:t>
            </a:r>
          </a:p>
          <a:p>
            <a:r>
              <a:rPr lang="en-US" dirty="0"/>
              <a:t> Week: 1 of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b="0" dirty="0"/>
              <a:t>The</a:t>
            </a:r>
            <a:r>
              <a:rPr lang="en-US" b="0" dirty="0">
                <a:ea typeface="+mj-lt"/>
                <a:cs typeface="+mj-lt"/>
              </a:rPr>
              <a:t> Identified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Current Situation at the College:</a:t>
            </a:r>
          </a:p>
          <a:p>
            <a:r>
              <a:rPr lang="en-US" dirty="0">
                <a:ea typeface="+mn-lt"/>
                <a:cs typeface="+mn-lt"/>
              </a:rPr>
              <a:t>The college currently manages student administration entirely through manual processes: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Student registration is done on paper forms and captured into spreadsheets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Attendance is recorded on paper registers and manually entered later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Grades are captured by lecturers into separate spreadsheets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Communication with students happens through notice boards and word of mouth</a:t>
            </a:r>
            <a:endParaRPr lang="en-US" dirty="0"/>
          </a:p>
          <a:p>
            <a:pPr marL="457200" indent="-457200">
              <a:buChar char="•"/>
            </a:pPr>
            <a:r>
              <a:rPr lang="en-US" dirty="0">
                <a:ea typeface="+mn-lt"/>
                <a:cs typeface="+mn-lt"/>
              </a:rPr>
              <a:t>Reporting requires manually compiling data from multiple sources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Core Problem: </a:t>
            </a:r>
          </a:p>
          <a:p>
            <a:r>
              <a:rPr lang="en-US" dirty="0">
                <a:ea typeface="+mn-lt"/>
                <a:cs typeface="+mn-lt"/>
              </a:rPr>
              <a:t>Manual student administration is slow, error-prone, and does not scale as the college grows.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Who Is Affected by the Problem?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5526" y="2961987"/>
            <a:ext cx="2693306" cy="38905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Impact: Every level of the college is negatively affected by the lack of a </a:t>
            </a:r>
            <a:r>
              <a:rPr lang="en-US" dirty="0" err="1">
                <a:ea typeface="+mn-lt"/>
                <a:cs typeface="+mn-lt"/>
              </a:rPr>
              <a:t>centralised</a:t>
            </a:r>
            <a:r>
              <a:rPr lang="en-US" dirty="0">
                <a:ea typeface="+mn-lt"/>
                <a:cs typeface="+mn-lt"/>
              </a:rPr>
              <a:t> digital system.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861906"/>
              </p:ext>
            </p:extLst>
          </p:nvPr>
        </p:nvGraphicFramePr>
        <p:xfrm>
          <a:off x="3285344" y="1811311"/>
          <a:ext cx="7843528" cy="496061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09466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74886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</a:tblGrid>
              <a:tr h="52120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Stakeholder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How They Are Affected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6867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Students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Long registration queues, delayed results, missed notifications about classes and deadlines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6867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Lecturers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Time wasted on paper registers, difficulty tracking attendance and grades accurately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86867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Administrative Staff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Repetitive manual data capture, high risk of errors, overwhelming workload during peak periods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6867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College Management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No real-time data for decision-making, inability to track enrolment trends or performance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8181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IT Department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Tenorite"/>
                        </a:rPr>
                        <a:t>Pressure to support fragmented systems with no central database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Why the Problem Needs to Be Addressed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83210"/>
            <a:r>
              <a:rPr lang="en-US" dirty="0">
                <a:ea typeface="+mn-lt"/>
                <a:cs typeface="+mn-lt"/>
              </a:rPr>
              <a:t>Accuracy and Data Integrity Manual capture leads to lost records, duplicated entries, and incorrect grades. This damages student trust and institutional reputation.</a:t>
            </a:r>
            <a:endParaRPr lang="en-US" dirty="0"/>
          </a:p>
          <a:p>
            <a:pPr indent="-283210"/>
            <a:r>
              <a:rPr lang="en-US" dirty="0">
                <a:ea typeface="+mn-lt"/>
                <a:cs typeface="+mn-lt"/>
              </a:rPr>
              <a:t>Efficiency and Scalability As the college grows, manual processes cannot handle increased student numbers. Staff are overwhelmed during registration and exam periods.</a:t>
            </a:r>
            <a:endParaRPr lang="en-US" dirty="0"/>
          </a:p>
          <a:p>
            <a:pPr indent="-283210"/>
            <a:r>
              <a:rPr lang="en-US" dirty="0">
                <a:ea typeface="+mn-lt"/>
                <a:cs typeface="+mn-lt"/>
              </a:rPr>
              <a:t>Communication Gaps Students miss important information because there is no automated notification system for registration confirmations, results, or deadlines.</a:t>
            </a:r>
            <a:endParaRPr lang="en-US" dirty="0"/>
          </a:p>
          <a:p>
            <a:pPr indent="-283210"/>
            <a:r>
              <a:rPr lang="en-US" dirty="0">
                <a:ea typeface="+mn-lt"/>
                <a:cs typeface="+mn-lt"/>
              </a:rPr>
              <a:t>Decision-Making Management cannot make informed decisions without real-time reports on enrolment, attendance, and academic performance.</a:t>
            </a:r>
            <a:endParaRPr lang="en-US" dirty="0"/>
          </a:p>
          <a:p>
            <a:pPr indent="-283210"/>
            <a:r>
              <a:rPr lang="en-US" dirty="0">
                <a:ea typeface="+mn-lt"/>
                <a:cs typeface="+mn-lt"/>
              </a:rPr>
              <a:t>Competitive Pressure Other institutions have adopted digital systems. The college risks falling behind and losing students to competitors.</a:t>
            </a:r>
            <a:endParaRPr lang="en-US" dirty="0"/>
          </a:p>
          <a:p>
            <a:pPr indent="-28321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77553"/>
            <a:ext cx="6245912" cy="3269447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Proposed Solution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A Web-Based Student Management System (SMS)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Online Student Registration — Students register via a web portal; data is validated and stored centrally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Attendance Tracking — Lecturers mark attendance digitally; records are stored in real time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Grade Management — Lecturers capture grades; students view results securely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Lecturer Reporting Dashboard — Lecturers generate class reports with one click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Email Notifications — Automated emails for registration confirmations, results, and deadlines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Secure Database — </a:t>
            </a:r>
            <a:r>
              <a:rPr lang="en-US" dirty="0" err="1">
                <a:ea typeface="+mn-lt"/>
                <a:cs typeface="+mn-lt"/>
              </a:rPr>
              <a:t>Centralised</a:t>
            </a:r>
            <a:r>
              <a:rPr lang="en-US" dirty="0">
                <a:ea typeface="+mn-lt"/>
                <a:cs typeface="+mn-lt"/>
              </a:rPr>
              <a:t>, backed-up, access-controlled database for all student records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Technology Stack (Proposed):</a:t>
            </a:r>
            <a:endParaRPr lang="en-US" dirty="0"/>
          </a:p>
          <a:p>
            <a:pPr marL="283210" lvl="1" indent="-283210"/>
            <a:r>
              <a:rPr lang="en-US" dirty="0">
                <a:ea typeface="+mn-lt"/>
                <a:cs typeface="+mn-lt"/>
              </a:rPr>
              <a:t>Front end: HTML, CSS, JavaScript (React)</a:t>
            </a:r>
            <a:endParaRPr lang="en-US" dirty="0"/>
          </a:p>
          <a:p>
            <a:pPr marL="283210" lvl="1" indent="-283210"/>
            <a:r>
              <a:rPr lang="en-US" dirty="0">
                <a:ea typeface="+mn-lt"/>
                <a:cs typeface="+mn-lt"/>
              </a:rPr>
              <a:t>Back end: PHP or Python (Django/Flask)</a:t>
            </a:r>
            <a:endParaRPr lang="en-US" dirty="0"/>
          </a:p>
          <a:p>
            <a:pPr marL="283210" lvl="1" indent="-283210"/>
            <a:r>
              <a:rPr lang="en-US" dirty="0">
                <a:ea typeface="+mn-lt"/>
                <a:cs typeface="+mn-lt"/>
              </a:rPr>
              <a:t>Database: MySQL or PostgreSQL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How the Solution Will Address the Problem</a:t>
            </a:r>
            <a:endParaRPr lang="en-US" dirty="0">
              <a:ea typeface="+mj-lt"/>
              <a:cs typeface="+mj-lt"/>
            </a:endParaRP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46A34C6C-B670-AC34-A642-C7B2555E1934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1065318367"/>
              </p:ext>
            </p:extLst>
          </p:nvPr>
        </p:nvGraphicFramePr>
        <p:xfrm>
          <a:off x="2236032" y="1773835"/>
          <a:ext cx="8286450" cy="4846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274633">
                  <a:extLst>
                    <a:ext uri="{9D8B030D-6E8A-4147-A177-3AD203B41FA5}">
                      <a16:colId xmlns:a16="http://schemas.microsoft.com/office/drawing/2014/main" val="2860943526"/>
                    </a:ext>
                  </a:extLst>
                </a:gridCol>
                <a:gridCol w="4011817">
                  <a:extLst>
                    <a:ext uri="{9D8B030D-6E8A-4147-A177-3AD203B41FA5}">
                      <a16:colId xmlns:a16="http://schemas.microsoft.com/office/drawing/2014/main" val="296556867"/>
                    </a:ext>
                  </a:extLst>
                </a:gridCol>
              </a:tblGrid>
              <a:tr h="34919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Problem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How the SMS Solves It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585737"/>
                  </a:ext>
                </a:extLst>
              </a:tr>
              <a:tr h="59362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Slow registration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Online registration reduces queues and captures data instantly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150968"/>
                  </a:ext>
                </a:extLst>
              </a:tr>
              <a:tr h="59362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Attendance errors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Digital attendance records eliminate paper registers and manual capture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3201680"/>
                  </a:ext>
                </a:extLst>
              </a:tr>
              <a:tr h="59362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Grade inaccuracies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Centralised grade database with validation reduces errors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901749"/>
                  </a:ext>
                </a:extLst>
              </a:tr>
              <a:tr h="59362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Poor communication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Automated email notifications keep students informed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404248"/>
                  </a:ext>
                </a:extLst>
              </a:tr>
              <a:tr h="59362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No reporting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Dashboard generates real-time reports for management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110283"/>
                  </a:ext>
                </a:extLst>
              </a:tr>
              <a:tr h="59362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Lost records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Secure database with backups ensures data integrity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197208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No scalability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Web-based system scales as student numbers grow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654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Result: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7FC500-BBFB-3AA4-BEDE-038CB94FFF61}"/>
              </a:ext>
            </a:extLst>
          </p:cNvPr>
          <p:cNvSpPr>
            <a:spLocks noGrp="1" noChangeAspect="1"/>
          </p:cNvSpPr>
          <p:nvPr>
            <p:ph idx="17"/>
          </p:nvPr>
        </p:nvSpPr>
        <p:spPr>
          <a:xfrm>
            <a:off x="823108" y="640080"/>
            <a:ext cx="4297680" cy="4297680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A faster, more accurate, and more scalable administration system that benefits students, lecturers, staff, and management.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321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6BE-1133-BBFB-169E-B672F6A5C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Real-Life Schools with the Same Issue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19EBF-CE71-02D0-6471-6A236372934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institutions that have faced the exact same problem the project addresses—manual, paper-based student administration causing delays, errors, and inefficiency: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8E409-2E21-B65D-A0F2-191B54C3C9C1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283210" indent="-283210"/>
            <a:r>
              <a:rPr lang="en-GB" dirty="0">
                <a:ea typeface="+mn-lt"/>
                <a:cs typeface="+mn-lt"/>
              </a:rPr>
              <a:t>Philippine Merchant Marine Academy (PMMA) — Philippines Institution: College of Marine Engineering at the Philippine Merchant Marine Academy</a:t>
            </a:r>
            <a:endParaRPr lang="en-GB" dirty="0"/>
          </a:p>
          <a:p>
            <a:pPr marL="283210" indent="-283210"/>
            <a:r>
              <a:rPr lang="en-GB" dirty="0">
                <a:ea typeface="+mn-lt"/>
                <a:cs typeface="+mn-lt"/>
              </a:rPr>
              <a:t>University of Nairobi — Kenya Institution: University of Nairobi (Hekima campus)</a:t>
            </a:r>
            <a:endParaRPr lang="en-GB" dirty="0"/>
          </a:p>
          <a:p>
            <a:pPr marL="283210" indent="-283210"/>
            <a:r>
              <a:rPr lang="en-GB" dirty="0">
                <a:ea typeface="+mn-lt"/>
                <a:cs typeface="+mn-lt"/>
              </a:rPr>
              <a:t>SMK YPE Nusantara </a:t>
            </a:r>
            <a:r>
              <a:rPr lang="en-GB" dirty="0" err="1">
                <a:ea typeface="+mn-lt"/>
                <a:cs typeface="+mn-lt"/>
              </a:rPr>
              <a:t>Slawi</a:t>
            </a:r>
            <a:r>
              <a:rPr lang="en-GB" dirty="0">
                <a:ea typeface="+mn-lt"/>
                <a:cs typeface="+mn-lt"/>
              </a:rPr>
              <a:t> — Indonesia Institution: Vocational High School in Central Java</a:t>
            </a:r>
            <a:endParaRPr lang="en-GB" dirty="0"/>
          </a:p>
          <a:p>
            <a:pPr marL="283210" indent="-283210"/>
            <a:r>
              <a:rPr lang="en-GB" dirty="0">
                <a:ea typeface="+mn-lt"/>
                <a:cs typeface="+mn-lt"/>
              </a:rPr>
              <a:t>Cape Peninsula University of Technology (CPUT) — South Africa Institution: Cape Peninsula University of Technology, Western Cape</a:t>
            </a:r>
            <a:endParaRPr lang="en-GB" dirty="0"/>
          </a:p>
          <a:p>
            <a:pPr marL="283210" indent="-28321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80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6C06-66D3-57F6-4B9C-D7B35AEF6D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0" dirty="0">
                <a:ea typeface="+mj-lt"/>
                <a:cs typeface="+mj-lt"/>
              </a:rPr>
              <a:t>Conclusion &amp; Next Steps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1D455-2580-CA50-A71B-95E5E1820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ea typeface="+mn-lt"/>
                <a:cs typeface="+mn-lt"/>
              </a:rPr>
              <a:t>Summary: The college's manual student administration system is inefficient, error-prone, and cannot scale. Students, lecturers, staff, and management are all negatively affected. A web-based Student Management System will solve these problems by digitising registration, attendance, grades, communication, and reporting.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824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Widescreen</PresentationFormat>
  <Paragraphs>123</Paragraphs>
  <Slides>11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Student Management System (SMS) for a Private College</vt:lpstr>
      <vt:lpstr>The Identified Problem</vt:lpstr>
      <vt:lpstr>Who Is Affected by the Problem?</vt:lpstr>
      <vt:lpstr>Why the Problem Needs to Be Addressed</vt:lpstr>
      <vt:lpstr>Proposed Solution </vt:lpstr>
      <vt:lpstr>Proposed Solution</vt:lpstr>
      <vt:lpstr>How the Solution Will Address the Problem</vt:lpstr>
      <vt:lpstr>Result:</vt:lpstr>
      <vt:lpstr>Real-Life Schools with the Same Issue</vt:lpstr>
      <vt:lpstr>Conclusion &amp; 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136</cp:revision>
  <dcterms:created xsi:type="dcterms:W3CDTF">2026-10-02T07:18:51Z</dcterms:created>
  <dcterms:modified xsi:type="dcterms:W3CDTF">2026-10-02T07:59:24Z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