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314" r:id="rId5"/>
    <p:sldId id="329" r:id="rId6"/>
    <p:sldId id="334" r:id="rId7"/>
    <p:sldId id="343" r:id="rId8"/>
    <p:sldId id="339" r:id="rId9"/>
    <p:sldId id="341" r:id="rId10"/>
    <p:sldId id="322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6" userDrawn="1">
          <p15:clr>
            <a:srgbClr val="A4A3A4"/>
          </p15:clr>
        </p15:guide>
        <p15:guide id="2" orient="horz" pos="1008" userDrawn="1">
          <p15:clr>
            <a:srgbClr val="A4A3A4"/>
          </p15:clr>
        </p15:guide>
        <p15:guide id="3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Author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3DDFE"/>
    <a:srgbClr val="D4DDFE"/>
    <a:srgbClr val="D5DEFF"/>
    <a:srgbClr val="F6F7FF"/>
    <a:srgbClr val="DBDCE5"/>
    <a:srgbClr val="F0F1FB"/>
    <a:srgbClr val="DFE1F6"/>
    <a:srgbClr val="EEEFF5"/>
    <a:srgbClr val="DFE1EF"/>
    <a:srgbClr val="A9B1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53" dt="2026-10-16T08:30:02.504"/>
    <p1510:client id="{A4F06A8E-4445-4F76-8453-054CCAD1F5F1}" v="187" dt="2026-10-16T08:07:10.046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25" autoAdjust="0"/>
    <p:restoredTop sz="95394" autoAdjust="0"/>
  </p:normalViewPr>
  <p:slideViewPr>
    <p:cSldViewPr snapToGrid="0">
      <p:cViewPr>
        <p:scale>
          <a:sx n="100" d="100"/>
          <a:sy n="100" d="100"/>
        </p:scale>
        <p:origin x="216" y="-542"/>
      </p:cViewPr>
      <p:guideLst>
        <p:guide orient="horz" pos="1416"/>
        <p:guide orient="horz" pos="1008"/>
        <p:guide pos="3840"/>
      </p:guideLst>
    </p:cSldViewPr>
  </p:slideViewPr>
  <p:outlineViewPr>
    <p:cViewPr>
      <p:scale>
        <a:sx n="33" d="100"/>
        <a:sy n="33" d="100"/>
      </p:scale>
      <p:origin x="0" y="-10368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stos Skosana" userId="S::20251311@ctucareer.co.za::cf2772d1-f172-4540-9747-c054a7192686" providerId="AD" clId="Web-{00000000-0000-0000-0000-000000000000}"/>
    <pc:docChg chg="addSld delSld modSld">
      <pc:chgData name="Fistos Skosana" userId="S::20251311@ctucareer.co.za::cf2772d1-f172-4540-9747-c054a7192686" providerId="AD" clId="Web-{00000000-0000-0000-0000-000000000000}" dt="2026-10-16T08:30:02.504" v="352"/>
      <pc:docMkLst>
        <pc:docMk/>
      </pc:docMkLst>
      <pc:sldChg chg="modSp add del mod modClrScheme chgLayout">
        <pc:chgData name="Fistos Skosana" userId="S::20251311@ctucareer.co.za::cf2772d1-f172-4540-9747-c054a7192686" providerId="AD" clId="Web-{00000000-0000-0000-0000-000000000000}" dt="2026-10-16T08:29:44.895" v="350"/>
        <pc:sldMkLst>
          <pc:docMk/>
          <pc:sldMk cId="3591555541" sldId="322"/>
        </pc:sldMkLst>
        <pc:spChg chg="mod">
          <ac:chgData name="Fistos Skosana" userId="S::20251311@ctucareer.co.za::cf2772d1-f172-4540-9747-c054a7192686" providerId="AD" clId="Web-{00000000-0000-0000-0000-000000000000}" dt="2026-10-16T08:28:41.161" v="342"/>
          <ac:spMkLst>
            <pc:docMk/>
            <pc:sldMk cId="3591555541" sldId="322"/>
            <ac:spMk id="4" creationId="{1A348845-3852-D4E6-EF42-8024EAC0ED4C}"/>
          </ac:spMkLst>
        </pc:spChg>
        <pc:spChg chg="mod">
          <ac:chgData name="Fistos Skosana" userId="S::20251311@ctucareer.co.za::cf2772d1-f172-4540-9747-c054a7192686" providerId="AD" clId="Web-{00000000-0000-0000-0000-000000000000}" dt="2026-10-16T08:28:41.161" v="342"/>
          <ac:spMkLst>
            <pc:docMk/>
            <pc:sldMk cId="3591555541" sldId="322"/>
            <ac:spMk id="5" creationId="{F85AE87B-E37F-614C-6EE5-D03C01018C99}"/>
          </ac:spMkLst>
        </pc:spChg>
        <pc:spChg chg="mod">
          <ac:chgData name="Fistos Skosana" userId="S::20251311@ctucareer.co.za::cf2772d1-f172-4540-9747-c054a7192686" providerId="AD" clId="Web-{00000000-0000-0000-0000-000000000000}" dt="2026-10-16T08:28:41.161" v="342"/>
          <ac:spMkLst>
            <pc:docMk/>
            <pc:sldMk cId="3591555541" sldId="322"/>
            <ac:spMk id="7" creationId="{488F6394-786C-5C79-1DBE-C98788568737}"/>
          </ac:spMkLst>
        </pc:spChg>
      </pc:sldChg>
      <pc:sldChg chg="del">
        <pc:chgData name="Fistos Skosana" userId="S::20251311@ctucareer.co.za::cf2772d1-f172-4540-9747-c054a7192686" providerId="AD" clId="Web-{00000000-0000-0000-0000-000000000000}" dt="2026-10-16T08:29:25.489" v="345"/>
        <pc:sldMkLst>
          <pc:docMk/>
          <pc:sldMk cId="4183421641" sldId="323"/>
        </pc:sldMkLst>
      </pc:sldChg>
      <pc:sldChg chg="del">
        <pc:chgData name="Fistos Skosana" userId="S::20251311@ctucareer.co.za::cf2772d1-f172-4540-9747-c054a7192686" providerId="AD" clId="Web-{00000000-0000-0000-0000-000000000000}" dt="2026-10-16T08:29:27.676" v="346"/>
        <pc:sldMkLst>
          <pc:docMk/>
          <pc:sldMk cId="606303624" sldId="325"/>
        </pc:sldMkLst>
      </pc:sldChg>
      <pc:sldChg chg="del">
        <pc:chgData name="Fistos Skosana" userId="S::20251311@ctucareer.co.za::cf2772d1-f172-4540-9747-c054a7192686" providerId="AD" clId="Web-{00000000-0000-0000-0000-000000000000}" dt="2026-10-16T08:29:23.285" v="344"/>
        <pc:sldMkLst>
          <pc:docMk/>
          <pc:sldMk cId="4269896657" sldId="328"/>
        </pc:sldMkLst>
      </pc:sldChg>
      <pc:sldChg chg="modSp">
        <pc:chgData name="Fistos Skosana" userId="S::20251311@ctucareer.co.za::cf2772d1-f172-4540-9747-c054a7192686" providerId="AD" clId="Web-{00000000-0000-0000-0000-000000000000}" dt="2026-10-16T08:11:14.056" v="27"/>
        <pc:sldMkLst>
          <pc:docMk/>
          <pc:sldMk cId="4294866199" sldId="329"/>
        </pc:sldMkLst>
        <pc:spChg chg="mod">
          <ac:chgData name="Fistos Skosana" userId="S::20251311@ctucareer.co.za::cf2772d1-f172-4540-9747-c054a7192686" providerId="AD" clId="Web-{00000000-0000-0000-0000-000000000000}" dt="2026-10-16T08:09:48.057" v="23" actId="20577"/>
          <ac:spMkLst>
            <pc:docMk/>
            <pc:sldMk cId="4294866199" sldId="329"/>
            <ac:spMk id="2" creationId="{A2E2ABBA-2E6D-E7DD-AC67-58D1FCB3F346}"/>
          </ac:spMkLst>
        </pc:spChg>
        <pc:graphicFrameChg chg="mod modGraphic">
          <ac:chgData name="Fistos Skosana" userId="S::20251311@ctucareer.co.za::cf2772d1-f172-4540-9747-c054a7192686" providerId="AD" clId="Web-{00000000-0000-0000-0000-000000000000}" dt="2026-10-16T08:11:14.056" v="27"/>
          <ac:graphicFrameMkLst>
            <pc:docMk/>
            <pc:sldMk cId="4294866199" sldId="329"/>
            <ac:graphicFrameMk id="4" creationId="{26105692-B628-0EF6-3B40-A3D2BA7590CB}"/>
          </ac:graphicFrameMkLst>
        </pc:graphicFrameChg>
      </pc:sldChg>
      <pc:sldChg chg="del">
        <pc:chgData name="Fistos Skosana" userId="S::20251311@ctucareer.co.za::cf2772d1-f172-4540-9747-c054a7192686" providerId="AD" clId="Web-{00000000-0000-0000-0000-000000000000}" dt="2026-10-16T08:29:51.957" v="351"/>
        <pc:sldMkLst>
          <pc:docMk/>
          <pc:sldMk cId="3784505952" sldId="331"/>
        </pc:sldMkLst>
      </pc:sldChg>
      <pc:sldChg chg="modSp">
        <pc:chgData name="Fistos Skosana" userId="S::20251311@ctucareer.co.za::cf2772d1-f172-4540-9747-c054a7192686" providerId="AD" clId="Web-{00000000-0000-0000-0000-000000000000}" dt="2026-10-16T08:11:53.493" v="28" actId="20577"/>
        <pc:sldMkLst>
          <pc:docMk/>
          <pc:sldMk cId="1198221945" sldId="334"/>
        </pc:sldMkLst>
        <pc:spChg chg="mod">
          <ac:chgData name="Fistos Skosana" userId="S::20251311@ctucareer.co.za::cf2772d1-f172-4540-9747-c054a7192686" providerId="AD" clId="Web-{00000000-0000-0000-0000-000000000000}" dt="2026-10-16T08:11:53.493" v="28" actId="20577"/>
          <ac:spMkLst>
            <pc:docMk/>
            <pc:sldMk cId="1198221945" sldId="334"/>
            <ac:spMk id="2" creationId="{CFD6FA43-637B-EF8D-3849-CFD9352B9105}"/>
          </ac:spMkLst>
        </pc:spChg>
      </pc:sldChg>
      <pc:sldChg chg="del">
        <pc:chgData name="Fistos Skosana" userId="S::20251311@ctucareer.co.za::cf2772d1-f172-4540-9747-c054a7192686" providerId="AD" clId="Web-{00000000-0000-0000-0000-000000000000}" dt="2026-10-16T08:29:20.411" v="343"/>
        <pc:sldMkLst>
          <pc:docMk/>
          <pc:sldMk cId="4130254997" sldId="338"/>
        </pc:sldMkLst>
      </pc:sldChg>
      <pc:sldChg chg="addSp delSp modSp">
        <pc:chgData name="Fistos Skosana" userId="S::20251311@ctucareer.co.za::cf2772d1-f172-4540-9747-c054a7192686" providerId="AD" clId="Web-{00000000-0000-0000-0000-000000000000}" dt="2026-10-16T08:21:20.413" v="285" actId="1076"/>
        <pc:sldMkLst>
          <pc:docMk/>
          <pc:sldMk cId="465836057" sldId="339"/>
        </pc:sldMkLst>
        <pc:spChg chg="mod">
          <ac:chgData name="Fistos Skosana" userId="S::20251311@ctucareer.co.za::cf2772d1-f172-4540-9747-c054a7192686" providerId="AD" clId="Web-{00000000-0000-0000-0000-000000000000}" dt="2026-10-16T08:19:00.804" v="183" actId="20577"/>
          <ac:spMkLst>
            <pc:docMk/>
            <pc:sldMk cId="465836057" sldId="339"/>
            <ac:spMk id="2" creationId="{0C428E5B-47A0-EF94-A53D-6FDB74C9D848}"/>
          </ac:spMkLst>
        </pc:spChg>
        <pc:spChg chg="del">
          <ac:chgData name="Fistos Skosana" userId="S::20251311@ctucareer.co.za::cf2772d1-f172-4540-9747-c054a7192686" providerId="AD" clId="Web-{00000000-0000-0000-0000-000000000000}" dt="2026-10-16T08:19:08.257" v="184"/>
          <ac:spMkLst>
            <pc:docMk/>
            <pc:sldMk cId="465836057" sldId="339"/>
            <ac:spMk id="3" creationId="{C6EA201F-56F9-BFD9-8E95-AD5BD7D54FD0}"/>
          </ac:spMkLst>
        </pc:spChg>
        <pc:spChg chg="add del mod">
          <ac:chgData name="Fistos Skosana" userId="S::20251311@ctucareer.co.za::cf2772d1-f172-4540-9747-c054a7192686" providerId="AD" clId="Web-{00000000-0000-0000-0000-000000000000}" dt="2026-10-16T08:19:19.398" v="185"/>
          <ac:spMkLst>
            <pc:docMk/>
            <pc:sldMk cId="465836057" sldId="339"/>
            <ac:spMk id="5" creationId="{E2A833F6-CFE1-EE04-3E46-14943CD2C654}"/>
          </ac:spMkLst>
        </pc:spChg>
        <pc:graphicFrameChg chg="add mod ord modGraphic">
          <ac:chgData name="Fistos Skosana" userId="S::20251311@ctucareer.co.za::cf2772d1-f172-4540-9747-c054a7192686" providerId="AD" clId="Web-{00000000-0000-0000-0000-000000000000}" dt="2026-10-16T08:21:20.413" v="285" actId="1076"/>
          <ac:graphicFrameMkLst>
            <pc:docMk/>
            <pc:sldMk cId="465836057" sldId="339"/>
            <ac:graphicFrameMk id="6" creationId="{639FF9A9-1E06-FFE4-B5C5-15CF8DF58533}"/>
          </ac:graphicFrameMkLst>
        </pc:graphicFrameChg>
      </pc:sldChg>
      <pc:sldChg chg="addSp delSp modSp add del">
        <pc:chgData name="Fistos Skosana" userId="S::20251311@ctucareer.co.za::cf2772d1-f172-4540-9747-c054a7192686" providerId="AD" clId="Web-{00000000-0000-0000-0000-000000000000}" dt="2026-10-16T08:29:43.535" v="349"/>
        <pc:sldMkLst>
          <pc:docMk/>
          <pc:sldMk cId="866310751" sldId="341"/>
        </pc:sldMkLst>
        <pc:spChg chg="mod">
          <ac:chgData name="Fistos Skosana" userId="S::20251311@ctucareer.co.za::cf2772d1-f172-4540-9747-c054a7192686" providerId="AD" clId="Web-{00000000-0000-0000-0000-000000000000}" dt="2026-10-16T08:24:31.787" v="289" actId="14100"/>
          <ac:spMkLst>
            <pc:docMk/>
            <pc:sldMk cId="866310751" sldId="341"/>
            <ac:spMk id="2" creationId="{5509B1ED-4D78-65EC-0579-DA9E41D7C42C}"/>
          </ac:spMkLst>
        </pc:spChg>
        <pc:spChg chg="add del mod">
          <ac:chgData name="Fistos Skosana" userId="S::20251311@ctucareer.co.za::cf2772d1-f172-4540-9747-c054a7192686" providerId="AD" clId="Web-{00000000-0000-0000-0000-000000000000}" dt="2026-10-16T08:24:39.505" v="291"/>
          <ac:spMkLst>
            <pc:docMk/>
            <pc:sldMk cId="866310751" sldId="341"/>
            <ac:spMk id="4" creationId="{25AF3343-C26B-87DC-948F-982DCB632344}"/>
          </ac:spMkLst>
        </pc:spChg>
        <pc:spChg chg="del">
          <ac:chgData name="Fistos Skosana" userId="S::20251311@ctucareer.co.za::cf2772d1-f172-4540-9747-c054a7192686" providerId="AD" clId="Web-{00000000-0000-0000-0000-000000000000}" dt="2026-10-16T08:24:35.568" v="290"/>
          <ac:spMkLst>
            <pc:docMk/>
            <pc:sldMk cId="866310751" sldId="341"/>
            <ac:spMk id="7" creationId="{051EAA32-913D-25AC-CC36-C39DAE7FE639}"/>
          </ac:spMkLst>
        </pc:spChg>
        <pc:graphicFrameChg chg="add mod modGraphic">
          <ac:chgData name="Fistos Skosana" userId="S::20251311@ctucareer.co.za::cf2772d1-f172-4540-9747-c054a7192686" providerId="AD" clId="Web-{00000000-0000-0000-0000-000000000000}" dt="2026-10-16T08:26:11.771" v="325"/>
          <ac:graphicFrameMkLst>
            <pc:docMk/>
            <pc:sldMk cId="866310751" sldId="341"/>
            <ac:graphicFrameMk id="5" creationId="{DABE94F7-DD79-F556-4336-138B5BEF4782}"/>
          </ac:graphicFrameMkLst>
        </pc:graphicFrameChg>
      </pc:sldChg>
      <pc:sldChg chg="del">
        <pc:chgData name="Fistos Skosana" userId="S::20251311@ctucareer.co.za::cf2772d1-f172-4540-9747-c054a7192686" providerId="AD" clId="Web-{00000000-0000-0000-0000-000000000000}" dt="2026-10-16T08:30:02.504" v="352"/>
        <pc:sldMkLst>
          <pc:docMk/>
          <pc:sldMk cId="2440634760" sldId="342"/>
        </pc:sldMkLst>
      </pc:sldChg>
      <pc:sldChg chg="addSp delSp modSp">
        <pc:chgData name="Fistos Skosana" userId="S::20251311@ctucareer.co.za::cf2772d1-f172-4540-9747-c054a7192686" providerId="AD" clId="Web-{00000000-0000-0000-0000-000000000000}" dt="2026-10-16T08:17:27.101" v="173"/>
        <pc:sldMkLst>
          <pc:docMk/>
          <pc:sldMk cId="4167072988" sldId="343"/>
        </pc:sldMkLst>
        <pc:spChg chg="del mod">
          <ac:chgData name="Fistos Skosana" userId="S::20251311@ctucareer.co.za::cf2772d1-f172-4540-9747-c054a7192686" providerId="AD" clId="Web-{00000000-0000-0000-0000-000000000000}" dt="2026-10-16T08:12:12.368" v="30"/>
          <ac:spMkLst>
            <pc:docMk/>
            <pc:sldMk cId="4167072988" sldId="343"/>
            <ac:spMk id="2" creationId="{CFD6FA43-637B-EF8D-3849-CFD9352B9105}"/>
          </ac:spMkLst>
        </pc:spChg>
        <pc:spChg chg="del">
          <ac:chgData name="Fistos Skosana" userId="S::20251311@ctucareer.co.za::cf2772d1-f172-4540-9747-c054a7192686" providerId="AD" clId="Web-{00000000-0000-0000-0000-000000000000}" dt="2026-10-16T08:12:25.696" v="31"/>
          <ac:spMkLst>
            <pc:docMk/>
            <pc:sldMk cId="4167072988" sldId="343"/>
            <ac:spMk id="3" creationId="{2B36450F-A8E5-8B7F-1C54-79C081010270}"/>
          </ac:spMkLst>
        </pc:spChg>
        <pc:spChg chg="add mod">
          <ac:chgData name="Fistos Skosana" userId="S::20251311@ctucareer.co.za::cf2772d1-f172-4540-9747-c054a7192686" providerId="AD" clId="Web-{00000000-0000-0000-0000-000000000000}" dt="2026-10-16T08:13:05.009" v="36" actId="20577"/>
          <ac:spMkLst>
            <pc:docMk/>
            <pc:sldMk cId="4167072988" sldId="343"/>
            <ac:spMk id="5" creationId="{31E1D626-DC09-70AB-F55D-D8536BBCD5F6}"/>
          </ac:spMkLst>
        </pc:spChg>
        <pc:graphicFrameChg chg="add mod modGraphic">
          <ac:chgData name="Fistos Skosana" userId="S::20251311@ctucareer.co.za::cf2772d1-f172-4540-9747-c054a7192686" providerId="AD" clId="Web-{00000000-0000-0000-0000-000000000000}" dt="2026-10-16T08:17:27.101" v="173"/>
          <ac:graphicFrameMkLst>
            <pc:docMk/>
            <pc:sldMk cId="4167072988" sldId="343"/>
            <ac:graphicFrameMk id="6" creationId="{407433EB-8D34-E22A-3309-3F7C7694D371}"/>
          </ac:graphicFrameMkLst>
        </pc:graphicFrameChg>
      </pc:sldChg>
    </pc:docChg>
  </pc:docChgLst>
  <pc:docChgLst>
    <pc:chgData name="Fistos Skosana" userId="S::20251311@ctucareer.co.za::cf2772d1-f172-4540-9747-c054a7192686" providerId="AD" clId="Web-{A4F06A8E-4445-4F76-8453-054CCAD1F5F1}"/>
    <pc:docChg chg="modSld">
      <pc:chgData name="Fistos Skosana" userId="S::20251311@ctucareer.co.za::cf2772d1-f172-4540-9747-c054a7192686" providerId="AD" clId="Web-{A4F06A8E-4445-4F76-8453-054CCAD1F5F1}" dt="2026-10-16T08:06:17.328" v="186"/>
      <pc:docMkLst>
        <pc:docMk/>
      </pc:docMkLst>
      <pc:sldChg chg="addSp delSp modSp mod modClrScheme chgLayout">
        <pc:chgData name="Fistos Skosana" userId="S::20251311@ctucareer.co.za::cf2772d1-f172-4540-9747-c054a7192686" providerId="AD" clId="Web-{A4F06A8E-4445-4F76-8453-054CCAD1F5F1}" dt="2026-10-16T07:56:32.061" v="11"/>
        <pc:sldMkLst>
          <pc:docMk/>
          <pc:sldMk cId="3421401082" sldId="314"/>
        </pc:sldMkLst>
        <pc:spChg chg="mod">
          <ac:chgData name="Fistos Skosana" userId="S::20251311@ctucareer.co.za::cf2772d1-f172-4540-9747-c054a7192686" providerId="AD" clId="Web-{A4F06A8E-4445-4F76-8453-054CCAD1F5F1}" dt="2026-10-16T07:56:32.061" v="11"/>
          <ac:spMkLst>
            <pc:docMk/>
            <pc:sldMk cId="3421401082" sldId="314"/>
            <ac:spMk id="2" creationId="{008315D2-7F57-AF2A-38D7-558098789073}"/>
          </ac:spMkLst>
        </pc:spChg>
        <pc:spChg chg="add mod">
          <ac:chgData name="Fistos Skosana" userId="S::20251311@ctucareer.co.za::cf2772d1-f172-4540-9747-c054a7192686" providerId="AD" clId="Web-{A4F06A8E-4445-4F76-8453-054CCAD1F5F1}" dt="2026-10-16T07:56:32.061" v="11"/>
          <ac:spMkLst>
            <pc:docMk/>
            <pc:sldMk cId="3421401082" sldId="314"/>
            <ac:spMk id="7" creationId="{B8060CA6-8307-0F0D-E367-A9055583A858}"/>
          </ac:spMkLst>
        </pc:spChg>
        <pc:spChg chg="add del mod">
          <ac:chgData name="Fistos Skosana" userId="S::20251311@ctucareer.co.za::cf2772d1-f172-4540-9747-c054a7192686" providerId="AD" clId="Web-{A4F06A8E-4445-4F76-8453-054CCAD1F5F1}" dt="2026-10-16T07:56:32.061" v="11"/>
          <ac:spMkLst>
            <pc:docMk/>
            <pc:sldMk cId="3421401082" sldId="314"/>
            <ac:spMk id="9" creationId="{31FF6793-3ACE-551C-36F2-2DCCB37380A6}"/>
          </ac:spMkLst>
        </pc:spChg>
      </pc:sldChg>
      <pc:sldChg chg="addSp delSp modSp">
        <pc:chgData name="Fistos Skosana" userId="S::20251311@ctucareer.co.za::cf2772d1-f172-4540-9747-c054a7192686" providerId="AD" clId="Web-{A4F06A8E-4445-4F76-8453-054CCAD1F5F1}" dt="2026-10-16T08:06:17.328" v="186"/>
        <pc:sldMkLst>
          <pc:docMk/>
          <pc:sldMk cId="4294866199" sldId="329"/>
        </pc:sldMkLst>
        <pc:spChg chg="mod">
          <ac:chgData name="Fistos Skosana" userId="S::20251311@ctucareer.co.za::cf2772d1-f172-4540-9747-c054a7192686" providerId="AD" clId="Web-{A4F06A8E-4445-4F76-8453-054CCAD1F5F1}" dt="2026-10-16T07:57:37.827" v="14" actId="20577"/>
          <ac:spMkLst>
            <pc:docMk/>
            <pc:sldMk cId="4294866199" sldId="329"/>
            <ac:spMk id="2" creationId="{A2E2ABBA-2E6D-E7DD-AC67-58D1FCB3F346}"/>
          </ac:spMkLst>
        </pc:spChg>
        <pc:spChg chg="del mod">
          <ac:chgData name="Fistos Skosana" userId="S::20251311@ctucareer.co.za::cf2772d1-f172-4540-9747-c054a7192686" providerId="AD" clId="Web-{A4F06A8E-4445-4F76-8453-054CCAD1F5F1}" dt="2026-10-16T07:59:02.093" v="20"/>
          <ac:spMkLst>
            <pc:docMk/>
            <pc:sldMk cId="4294866199" sldId="329"/>
            <ac:spMk id="5" creationId="{59401105-5841-28D0-D6C0-3E1A46648BFE}"/>
          </ac:spMkLst>
        </pc:spChg>
        <pc:graphicFrameChg chg="add del mod">
          <ac:chgData name="Fistos Skosana" userId="S::20251311@ctucareer.co.za::cf2772d1-f172-4540-9747-c054a7192686" providerId="AD" clId="Web-{A4F06A8E-4445-4F76-8453-054CCAD1F5F1}" dt="2026-10-16T07:58:46.624" v="18"/>
          <ac:graphicFrameMkLst>
            <pc:docMk/>
            <pc:sldMk cId="4294866199" sldId="329"/>
            <ac:graphicFrameMk id="3" creationId="{F5F8A361-B7C2-EB18-F3C2-B1CCFBAE0643}"/>
          </ac:graphicFrameMkLst>
        </pc:graphicFrameChg>
        <pc:graphicFrameChg chg="add mod modGraphic">
          <ac:chgData name="Fistos Skosana" userId="S::20251311@ctucareer.co.za::cf2772d1-f172-4540-9747-c054a7192686" providerId="AD" clId="Web-{A4F06A8E-4445-4F76-8453-054CCAD1F5F1}" dt="2026-10-16T08:06:17.328" v="186"/>
          <ac:graphicFrameMkLst>
            <pc:docMk/>
            <pc:sldMk cId="4294866199" sldId="329"/>
            <ac:graphicFrameMk id="4" creationId="{26105692-B628-0EF6-3B40-A3D2BA7590CB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32BE22-BCF5-218A-BCDB-9D6463B9A4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6C6B9B-3CD0-9D38-9EB7-8FC9403B85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A62055-8DBD-6042-92AC-66DE479F90DE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45B14E-D4D7-1E40-CD23-AE797C23682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35121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EE50A-AB77-49BE-9076-23C4C8D08BB2}" type="datetimeFigureOut">
              <a:rPr lang="en-US" smtClean="0"/>
              <a:t>10/16/2026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E09883-B744-4FDD-8623-D69A6665002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764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2029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5518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4363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82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9989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45522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E09883-B744-4FDD-8623-D69A6665002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38233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1185" y="629469"/>
            <a:ext cx="8961120" cy="5599062"/>
          </a:xfrm>
        </p:spPr>
        <p:txBody>
          <a:bodyPr lIns="0" tIns="0" rIns="0" bIns="0" anchor="ctr">
            <a:noAutofit/>
          </a:bodyPr>
          <a:lstStyle>
            <a:lvl1pPr mar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CA65DB93-2357-6899-3DDD-DC79C877AD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729533" y="5801722"/>
            <a:ext cx="2115210" cy="1056278"/>
          </a:xfrm>
          <a:custGeom>
            <a:avLst/>
            <a:gdLst>
              <a:gd name="connsiteX0" fmla="*/ 1057605 w 2115210"/>
              <a:gd name="connsiteY0" fmla="*/ 0 h 1056278"/>
              <a:gd name="connsiteX1" fmla="*/ 2109820 w 2115210"/>
              <a:gd name="connsiteY1" fmla="*/ 949535 h 1056278"/>
              <a:gd name="connsiteX2" fmla="*/ 2115210 w 2115210"/>
              <a:gd name="connsiteY2" fmla="*/ 1056278 h 1056278"/>
              <a:gd name="connsiteX3" fmla="*/ 0 w 2115210"/>
              <a:gd name="connsiteY3" fmla="*/ 1056278 h 1056278"/>
              <a:gd name="connsiteX4" fmla="*/ 5390 w 2115210"/>
              <a:gd name="connsiteY4" fmla="*/ 949535 h 1056278"/>
              <a:gd name="connsiteX5" fmla="*/ 1057605 w 2115210"/>
              <a:gd name="connsiteY5" fmla="*/ 0 h 1056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115210" h="1056278">
                <a:moveTo>
                  <a:pt x="1057605" y="0"/>
                </a:moveTo>
                <a:cubicBezTo>
                  <a:pt x="1605234" y="0"/>
                  <a:pt x="2055657" y="416196"/>
                  <a:pt x="2109820" y="949535"/>
                </a:cubicBezTo>
                <a:lnTo>
                  <a:pt x="2115210" y="1056278"/>
                </a:lnTo>
                <a:lnTo>
                  <a:pt x="0" y="1056278"/>
                </a:lnTo>
                <a:lnTo>
                  <a:pt x="5390" y="949535"/>
                </a:lnTo>
                <a:cubicBezTo>
                  <a:pt x="59553" y="416196"/>
                  <a:pt x="509976" y="0"/>
                  <a:pt x="1057605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11" name="Object 1">
            <a:extLst>
              <a:ext uri="{FF2B5EF4-FFF2-40B4-BE49-F238E27FC236}">
                <a16:creationId xmlns:a16="http://schemas.microsoft.com/office/drawing/2014/main" id="{056E6431-5C32-6197-AA1B-376379431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999852" y="0"/>
            <a:ext cx="1574573" cy="3954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3"/>
            <a:ext cx="6400800" cy="1828800"/>
          </a:xfrm>
        </p:spPr>
        <p:txBody>
          <a:bodyPr lIns="0" tIns="0" rIns="0" bIns="0">
            <a:noAutofit/>
          </a:bodyPr>
          <a:lstStyle>
            <a:lvl1pPr>
              <a:defRPr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A1AC91-E5AE-A457-178C-6A577DAAF4C4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11185" y="2774786"/>
            <a:ext cx="6400800" cy="3257550"/>
          </a:xfrm>
        </p:spPr>
        <p:txBody>
          <a:bodyPr lIns="0"/>
          <a:lstStyle>
            <a:lvl1pPr marL="0" indent="0">
              <a:buNone/>
              <a:defRPr sz="2400"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9D4FED77-2877-7D28-E27C-7BE9F5E739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0785AC1-54EA-61EE-115B-C1910CC60A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587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F0B2CA14-03DC-FC05-7713-E0261B4B2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642" b="69630"/>
          <a:stretch>
            <a:fillRect/>
          </a:stretch>
        </p:blipFill>
        <p:spPr>
          <a:xfrm>
            <a:off x="1" y="4775200"/>
            <a:ext cx="6608233" cy="2082800"/>
          </a:xfrm>
          <a:custGeom>
            <a:avLst/>
            <a:gdLst>
              <a:gd name="connsiteX0" fmla="*/ 0 w 6608233"/>
              <a:gd name="connsiteY0" fmla="*/ 0 h 2082800"/>
              <a:gd name="connsiteX1" fmla="*/ 6608233 w 6608233"/>
              <a:gd name="connsiteY1" fmla="*/ 0 h 2082800"/>
              <a:gd name="connsiteX2" fmla="*/ 6608233 w 6608233"/>
              <a:gd name="connsiteY2" fmla="*/ 2082800 h 2082800"/>
              <a:gd name="connsiteX3" fmla="*/ 0 w 6608233"/>
              <a:gd name="connsiteY3" fmla="*/ 2082800 h 2082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608233" h="2082800">
                <a:moveTo>
                  <a:pt x="0" y="0"/>
                </a:moveTo>
                <a:lnTo>
                  <a:pt x="6608233" y="0"/>
                </a:lnTo>
                <a:lnTo>
                  <a:pt x="6608233" y="2082800"/>
                </a:lnTo>
                <a:lnTo>
                  <a:pt x="0" y="2082800"/>
                </a:lnTo>
                <a:close/>
              </a:path>
            </a:pathLst>
          </a:custGeom>
        </p:spPr>
      </p:pic>
      <p:sp>
        <p:nvSpPr>
          <p:cNvPr id="5" name="Freeform 4">
            <a:extLst>
              <a:ext uri="{FF2B5EF4-FFF2-40B4-BE49-F238E27FC236}">
                <a16:creationId xmlns:a16="http://schemas.microsoft.com/office/drawing/2014/main" id="{5EC223C2-E475-8E7A-48D4-A9BC2EB69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249382" y="1747860"/>
            <a:ext cx="2692400" cy="2692400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D9D7CE-BCD9-0B12-1945-C5FFE31A7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793014" y="361075"/>
            <a:ext cx="2115351" cy="21153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455275E-28AB-F0B7-E799-5116B11205D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827307"/>
            <a:ext cx="6400800" cy="5203387"/>
          </a:xfrm>
        </p:spPr>
        <p:txBody>
          <a:bodyPr lIns="0" tIns="0" rIns="0" bIns="0" anchor="ctr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7BD7E0A-39A9-0CF7-F1CE-E777075BFAA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401915" y="304690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ln w="57150">
            <a:noFill/>
          </a:ln>
        </p:spPr>
        <p:txBody>
          <a:bodyPr wrap="square" tIns="137160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1636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>
            <a:extLst>
              <a:ext uri="{FF2B5EF4-FFF2-40B4-BE49-F238E27FC236}">
                <a16:creationId xmlns:a16="http://schemas.microsoft.com/office/drawing/2014/main" id="{269C21E5-B8EE-7438-A771-34BC8006E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9385898" y="0"/>
            <a:ext cx="1574573" cy="3954463"/>
          </a:xfrm>
          <a:prstGeom prst="rect">
            <a:avLst/>
          </a:prstGeom>
        </p:spPr>
      </p:pic>
      <p:sp>
        <p:nvSpPr>
          <p:cNvPr id="3" name="Oval 2">
            <a:extLst>
              <a:ext uri="{FF2B5EF4-FFF2-40B4-BE49-F238E27FC236}">
                <a16:creationId xmlns:a16="http://schemas.microsoft.com/office/drawing/2014/main" id="{18F333FA-6DDE-DB6C-73BB-FE83879774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15508" y="4240999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B87953E-96F2-8BCC-B295-E1033E7D27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7599718" cy="3051394"/>
          </a:xfrm>
        </p:spPr>
        <p:txBody>
          <a:bodyPr lIns="0" tIns="0" rIns="0" bIns="0" anchor="b">
            <a:noAutofit/>
          </a:bodyPr>
          <a:lstStyle>
            <a:lvl1pPr>
              <a:defRPr sz="5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0A627B70-91C8-40B9-6189-B29749FF6E9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1185" y="3965028"/>
            <a:ext cx="7599718" cy="149378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400" b="1" i="0">
                <a:solidFill>
                  <a:schemeClr val="accent4"/>
                </a:solidFill>
                <a:latin typeface="+mj-lt"/>
                <a:cs typeface="Arial" panose="020B0604020202020204" pitchFamily="34" charset="0"/>
              </a:defRPr>
            </a:lvl1pPr>
            <a:lvl2pPr marL="457200" indent="0">
              <a:buNone/>
              <a:defRPr sz="1800" b="1" i="0">
                <a:latin typeface="Arial Black" panose="020B0604020202020204" pitchFamily="34" charset="0"/>
                <a:cs typeface="Arial Black" panose="020B0604020202020204" pitchFamily="34" charset="0"/>
              </a:defRPr>
            </a:lvl2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9470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87C12813-DBA6-41C2-2418-83919E059F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741680" y="0"/>
            <a:ext cx="2133966" cy="2133966"/>
            <a:chOff x="9654699" y="2229295"/>
            <a:chExt cx="2133966" cy="2133966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2A74540-7988-B712-8AB1-9EE03FE1EC8A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736CF9A1-91DA-6419-08F2-4CC262EA4D1E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9" name="Graphic 8">
            <a:extLst>
              <a:ext uri="{FF2B5EF4-FFF2-40B4-BE49-F238E27FC236}">
                <a16:creationId xmlns:a16="http://schemas.microsoft.com/office/drawing/2014/main" id="{AAAE3BC0-55AE-B520-F2B8-50BF886EF7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 flipH="1" flipV="1">
            <a:off x="0" y="3626779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7B29A2F3-C289-9762-6F9F-DA18D322DF0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53000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F2A1870-E86B-5125-7AB3-A1F5DF7E7528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4953000" y="2768043"/>
            <a:ext cx="6400799" cy="3231221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F1FE2A1C-A3CC-9D8B-DE44-FDE1132F7F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23C454DD-C924-8468-6944-AF53508CD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6882561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3051393"/>
          </a:xfrm>
        </p:spPr>
        <p:txBody>
          <a:bodyPr lIns="0" tIns="0" rIns="0" bIns="0" anchor="b">
            <a:noAutofit/>
          </a:bodyPr>
          <a:lstStyle>
            <a:lvl1pPr>
              <a:defRPr sz="5400" baseline="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E0CDAE70-42DC-AB0D-6734-B9944B7993D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11185" y="3965028"/>
            <a:ext cx="6400799" cy="196674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400" b="1" i="0" dirty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</a:lstStyle>
          <a:p>
            <a:pPr marL="228600" lvl="0" indent="-228600"/>
            <a:r>
              <a:rPr lang="en-US" dirty="0"/>
              <a:t>Click to add subtitle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B3606A3B-5B75-C830-0580-02B3AF648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16698" r="40000"/>
          <a:stretch>
            <a:fillRect/>
          </a:stretch>
        </p:blipFill>
        <p:spPr>
          <a:xfrm>
            <a:off x="8077200" y="0"/>
            <a:ext cx="4114800" cy="5712824"/>
          </a:xfrm>
          <a:custGeom>
            <a:avLst/>
            <a:gdLst>
              <a:gd name="connsiteX0" fmla="*/ 0 w 4114800"/>
              <a:gd name="connsiteY0" fmla="*/ 0 h 5712824"/>
              <a:gd name="connsiteX1" fmla="*/ 4114800 w 4114800"/>
              <a:gd name="connsiteY1" fmla="*/ 0 h 5712824"/>
              <a:gd name="connsiteX2" fmla="*/ 4114800 w 4114800"/>
              <a:gd name="connsiteY2" fmla="*/ 5712824 h 5712824"/>
              <a:gd name="connsiteX3" fmla="*/ 0 w 4114800"/>
              <a:gd name="connsiteY3" fmla="*/ 5712824 h 5712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14800" h="5712824">
                <a:moveTo>
                  <a:pt x="0" y="0"/>
                </a:moveTo>
                <a:lnTo>
                  <a:pt x="4114800" y="0"/>
                </a:lnTo>
                <a:lnTo>
                  <a:pt x="4114800" y="5712824"/>
                </a:lnTo>
                <a:lnTo>
                  <a:pt x="0" y="5712824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B92DB2-64DD-608F-360F-52958A93E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445683" y="944192"/>
            <a:ext cx="1291008" cy="1291008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8EDAF-6CF8-D96E-EB91-CAFEBE0CA19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91187" y="2475185"/>
            <a:ext cx="3456590" cy="3456590"/>
          </a:xfrm>
          <a:custGeom>
            <a:avLst/>
            <a:gdLst>
              <a:gd name="connsiteX0" fmla="*/ 1728295 w 3456590"/>
              <a:gd name="connsiteY0" fmla="*/ 0 h 3456590"/>
              <a:gd name="connsiteX1" fmla="*/ 3456590 w 3456590"/>
              <a:gd name="connsiteY1" fmla="*/ 1728295 h 3456590"/>
              <a:gd name="connsiteX2" fmla="*/ 1728295 w 3456590"/>
              <a:gd name="connsiteY2" fmla="*/ 3456590 h 3456590"/>
              <a:gd name="connsiteX3" fmla="*/ 0 w 3456590"/>
              <a:gd name="connsiteY3" fmla="*/ 1728295 h 3456590"/>
              <a:gd name="connsiteX4" fmla="*/ 1728295 w 3456590"/>
              <a:gd name="connsiteY4" fmla="*/ 0 h 3456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56590" h="3456590">
                <a:moveTo>
                  <a:pt x="1728295" y="0"/>
                </a:moveTo>
                <a:cubicBezTo>
                  <a:pt x="2682806" y="0"/>
                  <a:pt x="3456590" y="773784"/>
                  <a:pt x="3456590" y="1728295"/>
                </a:cubicBezTo>
                <a:cubicBezTo>
                  <a:pt x="3456590" y="2682806"/>
                  <a:pt x="2682806" y="3456590"/>
                  <a:pt x="1728295" y="3456590"/>
                </a:cubicBezTo>
                <a:cubicBezTo>
                  <a:pt x="773784" y="3456590"/>
                  <a:pt x="0" y="2682806"/>
                  <a:pt x="0" y="1728295"/>
                </a:cubicBezTo>
                <a:cubicBezTo>
                  <a:pt x="0" y="773784"/>
                  <a:pt x="773784" y="0"/>
                  <a:pt x="1728295" y="0"/>
                </a:cubicBezTo>
                <a:close/>
              </a:path>
            </a:pathLst>
          </a:custGeom>
          <a:solidFill>
            <a:schemeClr val="accent3"/>
          </a:solidFill>
          <a:ln w="57150">
            <a:noFill/>
          </a:ln>
        </p:spPr>
        <p:txBody>
          <a:bodyPr wrap="square" tIns="11887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E148B4D-CB0B-8B95-BA58-B33DE05305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9B895145-43B3-C337-08C1-C009F83D87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88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A22F8239-92F5-595B-5DD3-ACBA1C19E6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b="82969"/>
          <a:stretch/>
        </p:blipFill>
        <p:spPr>
          <a:xfrm>
            <a:off x="3459002" y="5609995"/>
            <a:ext cx="7328137" cy="1248005"/>
          </a:xfrm>
          <a:custGeom>
            <a:avLst/>
            <a:gdLst>
              <a:gd name="connsiteX0" fmla="*/ 0 w 7328137"/>
              <a:gd name="connsiteY0" fmla="*/ 0 h 1912980"/>
              <a:gd name="connsiteX1" fmla="*/ 7328137 w 7328137"/>
              <a:gd name="connsiteY1" fmla="*/ 0 h 1912980"/>
              <a:gd name="connsiteX2" fmla="*/ 7328137 w 7328137"/>
              <a:gd name="connsiteY2" fmla="*/ 1912980 h 1912980"/>
              <a:gd name="connsiteX3" fmla="*/ 0 w 7328137"/>
              <a:gd name="connsiteY3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328137" h="1912980">
                <a:moveTo>
                  <a:pt x="0" y="0"/>
                </a:moveTo>
                <a:lnTo>
                  <a:pt x="7328137" y="0"/>
                </a:lnTo>
                <a:lnTo>
                  <a:pt x="7328137" y="1912980"/>
                </a:lnTo>
                <a:lnTo>
                  <a:pt x="0" y="1912980"/>
                </a:lnTo>
                <a:close/>
              </a:path>
            </a:pathLst>
          </a:cu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DF9E987C-6F3E-FB11-D796-2D5F9075A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0"/>
            <a:ext cx="2133966" cy="2133966"/>
            <a:chOff x="9654699" y="2229295"/>
            <a:chExt cx="2133966" cy="2133966"/>
          </a:xfrm>
        </p:grpSpPr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53342B09-3192-492F-3F5F-19163C83F9EE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062E2B15-36A9-C2C7-6306-EEA512B646D0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52DD956C-BC83-8F97-6FF5-5A11028FEF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21792"/>
            <a:ext cx="8180412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A612ED1-3CD3-8532-2C92-777F6D005F10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38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4BCE7-3651-7CA3-1353-9B2526D267AF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6421716" y="2948152"/>
            <a:ext cx="4956470" cy="3120773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8865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1">
            <a:extLst>
              <a:ext uri="{FF2B5EF4-FFF2-40B4-BE49-F238E27FC236}">
                <a16:creationId xmlns:a16="http://schemas.microsoft.com/office/drawing/2014/main" id="{83F8143D-16B1-4CE2-1910-9E50749221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 rot="10800000">
            <a:off x="1084203" y="4586286"/>
            <a:ext cx="1574573" cy="2271713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6BE63D1-6CC6-AD50-D587-0514090FB3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813816" y="2184400"/>
            <a:ext cx="2115351" cy="21153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816" y="605155"/>
            <a:ext cx="10571734" cy="1160145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82DE6614-889D-2DB5-4C2F-DCBD22BA3B22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3835400" y="2185127"/>
            <a:ext cx="2736849" cy="4067717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051560" indent="-228600">
              <a:buFont typeface="+mj-lt"/>
              <a:buAutoNum type="alphaLcParenR"/>
              <a:defRPr sz="1800"/>
            </a:lvl4pPr>
            <a:lvl5pPr marL="1417320" indent="-2286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7B2B871-B646-8E1E-CD57-2224B2D4E590}"/>
              </a:ext>
            </a:extLst>
          </p:cNvPr>
          <p:cNvSpPr>
            <a:spLocks noGrp="1"/>
          </p:cNvSpPr>
          <p:nvPr>
            <p:ph sz="quarter" idx="28" hasCustomPrompt="1"/>
          </p:nvPr>
        </p:nvSpPr>
        <p:spPr>
          <a:xfrm>
            <a:off x="7221564" y="2184400"/>
            <a:ext cx="4156619" cy="4046290"/>
          </a:xfrm>
        </p:spPr>
        <p:txBody>
          <a:bodyPr lIns="0" tIns="0" rIns="0" bIns="0"/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051560">
              <a:spcBef>
                <a:spcPts val="1000"/>
              </a:spcBef>
              <a:defRPr sz="1800"/>
            </a:lvl4pPr>
            <a:lvl5pPr marL="141732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698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 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78285"/>
          <a:stretch/>
        </p:blipFill>
        <p:spPr>
          <a:xfrm>
            <a:off x="0" y="5368807"/>
            <a:ext cx="3769950" cy="1489194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6275416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FE945C7-CAAC-C9B4-0B56-EC62E53C8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282467" y="5439854"/>
            <a:ext cx="1096391" cy="1096391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Freeform 4">
            <a:extLst>
              <a:ext uri="{FF2B5EF4-FFF2-40B4-BE49-F238E27FC236}">
                <a16:creationId xmlns:a16="http://schemas.microsoft.com/office/drawing/2014/main" id="{E58C5299-758C-70DA-D929-E0BC719E9A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616629" y="3758740"/>
            <a:ext cx="2130921" cy="2130921"/>
          </a:xfrm>
          <a:custGeom>
            <a:avLst/>
            <a:gdLst>
              <a:gd name="connsiteX0" fmla="*/ 1346200 w 2692400"/>
              <a:gd name="connsiteY0" fmla="*/ 0 h 2692400"/>
              <a:gd name="connsiteX1" fmla="*/ 2692400 w 2692400"/>
              <a:gd name="connsiteY1" fmla="*/ 1346200 h 2692400"/>
              <a:gd name="connsiteX2" fmla="*/ 1346200 w 2692400"/>
              <a:gd name="connsiteY2" fmla="*/ 2692400 h 2692400"/>
              <a:gd name="connsiteX3" fmla="*/ 0 w 2692400"/>
              <a:gd name="connsiteY3" fmla="*/ 1346200 h 2692400"/>
              <a:gd name="connsiteX4" fmla="*/ 1346200 w 2692400"/>
              <a:gd name="connsiteY4" fmla="*/ 0 h 2692400"/>
              <a:gd name="connsiteX5" fmla="*/ 1346199 w 2692400"/>
              <a:gd name="connsiteY5" fmla="*/ 457130 h 2692400"/>
              <a:gd name="connsiteX6" fmla="*/ 457130 w 2692400"/>
              <a:gd name="connsiteY6" fmla="*/ 1346199 h 2692400"/>
              <a:gd name="connsiteX7" fmla="*/ 1346199 w 2692400"/>
              <a:gd name="connsiteY7" fmla="*/ 2235268 h 2692400"/>
              <a:gd name="connsiteX8" fmla="*/ 2235268 w 2692400"/>
              <a:gd name="connsiteY8" fmla="*/ 1346199 h 2692400"/>
              <a:gd name="connsiteX9" fmla="*/ 1346199 w 2692400"/>
              <a:gd name="connsiteY9" fmla="*/ 45713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692400" h="2692400">
                <a:moveTo>
                  <a:pt x="1346200" y="0"/>
                </a:moveTo>
                <a:cubicBezTo>
                  <a:pt x="2089686" y="0"/>
                  <a:pt x="2692400" y="602714"/>
                  <a:pt x="2692400" y="1346200"/>
                </a:cubicBezTo>
                <a:cubicBezTo>
                  <a:pt x="2692400" y="2089686"/>
                  <a:pt x="208968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  <a:moveTo>
                  <a:pt x="1346199" y="457130"/>
                </a:move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837218" y="2235268"/>
                  <a:pt x="2235268" y="1837218"/>
                  <a:pt x="2235268" y="1346199"/>
                </a:cubicBezTo>
                <a:cubicBezTo>
                  <a:pt x="2235268" y="855180"/>
                  <a:pt x="1837218" y="457130"/>
                  <a:pt x="1346199" y="457130"/>
                </a:cubicBezTo>
                <a:close/>
              </a:path>
            </a:pathLst>
          </a:custGeom>
          <a:solidFill>
            <a:srgbClr val="D5DE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A4C6AC-F9E8-412E-2D6B-9FDD07ADDE72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0330" y="2771566"/>
            <a:ext cx="6275387" cy="3271324"/>
          </a:xfrm>
        </p:spPr>
        <p:txBody>
          <a:bodyPr lIns="0"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C0463C33-FF99-2443-BE5D-682AC8CB8B7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709054" y="459137"/>
            <a:ext cx="4126800" cy="4126800"/>
          </a:xfrm>
          <a:custGeom>
            <a:avLst/>
            <a:gdLst>
              <a:gd name="connsiteX0" fmla="*/ 2063400 w 4126800"/>
              <a:gd name="connsiteY0" fmla="*/ 0 h 4126800"/>
              <a:gd name="connsiteX1" fmla="*/ 4126800 w 4126800"/>
              <a:gd name="connsiteY1" fmla="*/ 2063400 h 4126800"/>
              <a:gd name="connsiteX2" fmla="*/ 2063400 w 4126800"/>
              <a:gd name="connsiteY2" fmla="*/ 4126800 h 4126800"/>
              <a:gd name="connsiteX3" fmla="*/ 0 w 4126800"/>
              <a:gd name="connsiteY3" fmla="*/ 2063400 h 4126800"/>
              <a:gd name="connsiteX4" fmla="*/ 2063400 w 4126800"/>
              <a:gd name="connsiteY4" fmla="*/ 0 h 412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26800" h="4126800">
                <a:moveTo>
                  <a:pt x="2063400" y="0"/>
                </a:moveTo>
                <a:cubicBezTo>
                  <a:pt x="3202984" y="0"/>
                  <a:pt x="4126800" y="923816"/>
                  <a:pt x="4126800" y="2063400"/>
                </a:cubicBezTo>
                <a:cubicBezTo>
                  <a:pt x="4126800" y="3202984"/>
                  <a:pt x="3202984" y="4126800"/>
                  <a:pt x="2063400" y="4126800"/>
                </a:cubicBezTo>
                <a:cubicBezTo>
                  <a:pt x="923816" y="4126800"/>
                  <a:pt x="0" y="3202984"/>
                  <a:pt x="0" y="2063400"/>
                </a:cubicBezTo>
                <a:cubicBezTo>
                  <a:pt x="0" y="923816"/>
                  <a:pt x="923816" y="0"/>
                  <a:pt x="2063400" y="0"/>
                </a:cubicBezTo>
                <a:close/>
              </a:path>
            </a:pathLst>
          </a:custGeom>
        </p:spPr>
        <p:txBody>
          <a:bodyPr wrap="square" tIns="731520">
            <a:noAutofit/>
          </a:bodyPr>
          <a:lstStyle>
            <a:lvl1pPr marL="0" indent="0" algn="ctr">
              <a:buNone/>
              <a:defRPr sz="16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8067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ED978EB2-1AE7-BB87-954B-F3DBF50805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4" y="621973"/>
            <a:ext cx="10569634" cy="1801793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1406BDC3-2B84-117A-BF71-A331C1DD6BCB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3" y="2796209"/>
            <a:ext cx="3657598" cy="3147392"/>
          </a:xfrm>
        </p:spPr>
        <p:txBody>
          <a:bodyPr lIns="0" tIns="0" rIns="0" bIns="0"/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411480">
              <a:defRPr sz="1600"/>
            </a:lvl2pPr>
            <a:lvl3pPr marL="685800">
              <a:defRPr sz="1400"/>
            </a:lvl3pPr>
            <a:lvl4pPr marL="1051560">
              <a:defRPr sz="1200"/>
            </a:lvl4pPr>
            <a:lvl5pPr marL="1417320">
              <a:defRPr sz="10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D2A92BD-8372-F61F-9551-6FA12079139B}"/>
              </a:ext>
            </a:extLst>
          </p:cNvPr>
          <p:cNvSpPr>
            <a:spLocks noGrp="1"/>
          </p:cNvSpPr>
          <p:nvPr>
            <p:ph type="tbl" sz="quarter" idx="28" hasCustomPrompt="1"/>
          </p:nvPr>
        </p:nvSpPr>
        <p:spPr>
          <a:xfrm>
            <a:off x="4902200" y="2795588"/>
            <a:ext cx="6478617" cy="3148012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661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7344" userDrawn="1">
          <p15:clr>
            <a:srgbClr val="FBAE40"/>
          </p15:clr>
        </p15:guide>
        <p15:guide id="7" orient="horz" pos="1416" userDrawn="1">
          <p15:clr>
            <a:srgbClr val="FBAE40"/>
          </p15:clr>
        </p15:guide>
        <p15:guide id="9" orient="horz" pos="384" userDrawn="1">
          <p15:clr>
            <a:srgbClr val="FBAE40"/>
          </p15:clr>
        </p15:guide>
        <p15:guide id="10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9EF52E1-6F3C-5D9B-32DC-A156BDDE2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22647" b="86709"/>
          <a:stretch/>
        </p:blipFill>
        <p:spPr>
          <a:xfrm>
            <a:off x="-1" y="5946505"/>
            <a:ext cx="5304866" cy="911495"/>
          </a:xfrm>
          <a:custGeom>
            <a:avLst/>
            <a:gdLst>
              <a:gd name="connsiteX0" fmla="*/ 0 w 5304866"/>
              <a:gd name="connsiteY0" fmla="*/ 0 h 1912980"/>
              <a:gd name="connsiteX1" fmla="*/ 5304866 w 5304866"/>
              <a:gd name="connsiteY1" fmla="*/ 0 h 1912980"/>
              <a:gd name="connsiteX2" fmla="*/ 5304866 w 5304866"/>
              <a:gd name="connsiteY2" fmla="*/ 1912980 h 1912980"/>
              <a:gd name="connsiteX3" fmla="*/ 5304865 w 5304866"/>
              <a:gd name="connsiteY3" fmla="*/ 1912980 h 1912980"/>
              <a:gd name="connsiteX4" fmla="*/ 0 w 5304866"/>
              <a:gd name="connsiteY4" fmla="*/ 1912980 h 1912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4866" h="1912980">
                <a:moveTo>
                  <a:pt x="0" y="0"/>
                </a:moveTo>
                <a:lnTo>
                  <a:pt x="5304866" y="0"/>
                </a:lnTo>
                <a:lnTo>
                  <a:pt x="5304866" y="1912980"/>
                </a:lnTo>
                <a:lnTo>
                  <a:pt x="5304865" y="1912980"/>
                </a:lnTo>
                <a:lnTo>
                  <a:pt x="0" y="1912980"/>
                </a:lnTo>
                <a:close/>
              </a:path>
            </a:pathLst>
          </a:custGeom>
        </p:spPr>
      </p:pic>
      <p:sp>
        <p:nvSpPr>
          <p:cNvPr id="9" name="Freeform 8">
            <a:extLst>
              <a:ext uri="{FF2B5EF4-FFF2-40B4-BE49-F238E27FC236}">
                <a16:creationId xmlns:a16="http://schemas.microsoft.com/office/drawing/2014/main" id="{4510996E-0672-63AB-DCBF-25B251B2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497680" y="0"/>
            <a:ext cx="1694321" cy="2692400"/>
          </a:xfrm>
          <a:custGeom>
            <a:avLst/>
            <a:gdLst>
              <a:gd name="connsiteX0" fmla="*/ 1346200 w 1694321"/>
              <a:gd name="connsiteY0" fmla="*/ 0 h 2692400"/>
              <a:gd name="connsiteX1" fmla="*/ 1617506 w 1694321"/>
              <a:gd name="connsiteY1" fmla="*/ 27350 h 2692400"/>
              <a:gd name="connsiteX2" fmla="*/ 1694321 w 1694321"/>
              <a:gd name="connsiteY2" fmla="*/ 47101 h 2692400"/>
              <a:gd name="connsiteX3" fmla="*/ 1694321 w 1694321"/>
              <a:gd name="connsiteY3" fmla="*/ 528114 h 2692400"/>
              <a:gd name="connsiteX4" fmla="*/ 1692265 w 1694321"/>
              <a:gd name="connsiteY4" fmla="*/ 526998 h 2692400"/>
              <a:gd name="connsiteX5" fmla="*/ 1346199 w 1694321"/>
              <a:gd name="connsiteY5" fmla="*/ 457130 h 2692400"/>
              <a:gd name="connsiteX6" fmla="*/ 457130 w 1694321"/>
              <a:gd name="connsiteY6" fmla="*/ 1346199 h 2692400"/>
              <a:gd name="connsiteX7" fmla="*/ 1346199 w 1694321"/>
              <a:gd name="connsiteY7" fmla="*/ 2235268 h 2692400"/>
              <a:gd name="connsiteX8" fmla="*/ 1692265 w 1694321"/>
              <a:gd name="connsiteY8" fmla="*/ 2165401 h 2692400"/>
              <a:gd name="connsiteX9" fmla="*/ 1694321 w 1694321"/>
              <a:gd name="connsiteY9" fmla="*/ 2164285 h 2692400"/>
              <a:gd name="connsiteX10" fmla="*/ 1694321 w 1694321"/>
              <a:gd name="connsiteY10" fmla="*/ 2645299 h 2692400"/>
              <a:gd name="connsiteX11" fmla="*/ 1617506 w 1694321"/>
              <a:gd name="connsiteY11" fmla="*/ 2665050 h 2692400"/>
              <a:gd name="connsiteX12" fmla="*/ 1346200 w 1694321"/>
              <a:gd name="connsiteY12" fmla="*/ 2692400 h 2692400"/>
              <a:gd name="connsiteX13" fmla="*/ 0 w 1694321"/>
              <a:gd name="connsiteY13" fmla="*/ 1346200 h 2692400"/>
              <a:gd name="connsiteX14" fmla="*/ 1346200 w 1694321"/>
              <a:gd name="connsiteY14" fmla="*/ 0 h 269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694321" h="2692400">
                <a:moveTo>
                  <a:pt x="1346200" y="0"/>
                </a:moveTo>
                <a:cubicBezTo>
                  <a:pt x="1439136" y="0"/>
                  <a:pt x="1529872" y="9417"/>
                  <a:pt x="1617506" y="27350"/>
                </a:cubicBezTo>
                <a:lnTo>
                  <a:pt x="1694321" y="47101"/>
                </a:lnTo>
                <a:lnTo>
                  <a:pt x="1694321" y="528114"/>
                </a:lnTo>
                <a:lnTo>
                  <a:pt x="1692265" y="526998"/>
                </a:lnTo>
                <a:cubicBezTo>
                  <a:pt x="1585898" y="482008"/>
                  <a:pt x="1468954" y="457130"/>
                  <a:pt x="1346199" y="457130"/>
                </a:cubicBezTo>
                <a:cubicBezTo>
                  <a:pt x="855180" y="457130"/>
                  <a:pt x="457130" y="855180"/>
                  <a:pt x="457130" y="1346199"/>
                </a:cubicBezTo>
                <a:cubicBezTo>
                  <a:pt x="457130" y="1837218"/>
                  <a:pt x="855180" y="2235268"/>
                  <a:pt x="1346199" y="2235268"/>
                </a:cubicBezTo>
                <a:cubicBezTo>
                  <a:pt x="1468954" y="2235268"/>
                  <a:pt x="1585898" y="2210390"/>
                  <a:pt x="1692265" y="2165401"/>
                </a:cubicBezTo>
                <a:lnTo>
                  <a:pt x="1694321" y="2164285"/>
                </a:lnTo>
                <a:lnTo>
                  <a:pt x="1694321" y="2645299"/>
                </a:lnTo>
                <a:lnTo>
                  <a:pt x="1617506" y="2665050"/>
                </a:lnTo>
                <a:cubicBezTo>
                  <a:pt x="1529872" y="2682983"/>
                  <a:pt x="1439136" y="2692400"/>
                  <a:pt x="1346200" y="2692400"/>
                </a:cubicBezTo>
                <a:cubicBezTo>
                  <a:pt x="602714" y="2692400"/>
                  <a:pt x="0" y="2089686"/>
                  <a:pt x="0" y="1346200"/>
                </a:cubicBezTo>
                <a:cubicBezTo>
                  <a:pt x="0" y="602714"/>
                  <a:pt x="602714" y="0"/>
                  <a:pt x="134620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1A089D1-3F91-4EA1-F598-0EDD4632E4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1185" y="621972"/>
            <a:ext cx="6400800" cy="1828800"/>
          </a:xfrm>
        </p:spPr>
        <p:txBody>
          <a:bodyPr lIns="0" tIns="0" rIns="0" bIns="0">
            <a:noAutofit/>
          </a:bodyPr>
          <a:lstStyle/>
          <a:p>
            <a:r>
              <a:rPr lang="en-US" dirty="0"/>
              <a:t>Click to add title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5DE2B4D4-87FA-ACC4-A0FD-E98B07CE9852}"/>
              </a:ext>
            </a:extLst>
          </p:cNvPr>
          <p:cNvSpPr>
            <a:spLocks noGrp="1"/>
          </p:cNvSpPr>
          <p:nvPr>
            <p:ph sz="quarter" idx="26" hasCustomPrompt="1"/>
          </p:nvPr>
        </p:nvSpPr>
        <p:spPr>
          <a:xfrm>
            <a:off x="811185" y="3067050"/>
            <a:ext cx="6400800" cy="3048000"/>
          </a:xfrm>
        </p:spPr>
        <p:txBody>
          <a:bodyPr lIns="0" tIns="0" rIns="0" bIns="0"/>
          <a:lstStyle>
            <a:lvl1pPr marL="0" indent="0">
              <a:buNone/>
              <a:defRPr sz="1800"/>
            </a:lvl1pPr>
            <a:lvl2pPr marL="411480">
              <a:defRPr sz="1800"/>
            </a:lvl2pPr>
            <a:lvl3pPr marL="685800">
              <a:defRPr sz="1800"/>
            </a:lvl3pPr>
            <a:lvl4pPr marL="1051560">
              <a:defRPr sz="1800"/>
            </a:lvl4pPr>
            <a:lvl5pPr marL="1417320"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58F85D-7A7F-3D36-8C6A-6589D66D2AFD}"/>
              </a:ext>
            </a:extLst>
          </p:cNvPr>
          <p:cNvSpPr>
            <a:spLocks noGrp="1"/>
          </p:cNvSpPr>
          <p:nvPr>
            <p:ph sz="quarter" idx="27" hasCustomPrompt="1"/>
          </p:nvPr>
        </p:nvSpPr>
        <p:spPr>
          <a:xfrm>
            <a:off x="7861300" y="3067050"/>
            <a:ext cx="3519515" cy="3048000"/>
          </a:xfrm>
        </p:spPr>
        <p:txBody>
          <a:bodyPr lIns="0" tIns="0" rIns="0" bIns="0"/>
          <a:lstStyle>
            <a:lvl1pPr marL="342900" indent="-342900">
              <a:buFont typeface="+mj-lt"/>
              <a:buAutoNum type="arabicPeriod"/>
              <a:defRPr sz="1800"/>
            </a:lvl1pPr>
            <a:lvl2pPr marL="525780" indent="-3429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arabicParenR"/>
              <a:defRPr sz="1800"/>
            </a:lvl3pPr>
            <a:lvl4pPr marL="1165860" indent="-342900">
              <a:buFont typeface="+mj-lt"/>
              <a:buAutoNum type="alphaLcPeriod"/>
              <a:defRPr sz="1800"/>
            </a:lvl4pPr>
            <a:lvl5pPr marL="1531620" indent="-342900">
              <a:buFont typeface="+mj-lt"/>
              <a:buAutoNum type="romanLcPeriod"/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>
            <a:noAutofit/>
          </a:bodyPr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>
            <a:noAutofit/>
          </a:bodyPr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6945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8C74DBB-978B-8EA5-44E6-3AF3F58B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028" b="67254"/>
          <a:stretch>
            <a:fillRect/>
          </a:stretch>
        </p:blipFill>
        <p:spPr>
          <a:xfrm>
            <a:off x="0" y="4612248"/>
            <a:ext cx="3769950" cy="2245753"/>
          </a:xfrm>
          <a:custGeom>
            <a:avLst/>
            <a:gdLst>
              <a:gd name="connsiteX0" fmla="*/ 0 w 3769950"/>
              <a:gd name="connsiteY0" fmla="*/ 0 h 2245753"/>
              <a:gd name="connsiteX1" fmla="*/ 3769950 w 3769950"/>
              <a:gd name="connsiteY1" fmla="*/ 0 h 2245753"/>
              <a:gd name="connsiteX2" fmla="*/ 3769950 w 3769950"/>
              <a:gd name="connsiteY2" fmla="*/ 2245753 h 2245753"/>
              <a:gd name="connsiteX3" fmla="*/ 0 w 3769950"/>
              <a:gd name="connsiteY3" fmla="*/ 2245753 h 22457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950" h="2245753">
                <a:moveTo>
                  <a:pt x="0" y="0"/>
                </a:moveTo>
                <a:lnTo>
                  <a:pt x="3769950" y="0"/>
                </a:lnTo>
                <a:lnTo>
                  <a:pt x="3769950" y="2245753"/>
                </a:lnTo>
                <a:lnTo>
                  <a:pt x="0" y="2245753"/>
                </a:lnTo>
                <a:close/>
              </a:path>
            </a:pathLst>
          </a:cu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F7D965D3-2ED5-0347-F848-6C2A1D36AE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513" b="14154"/>
          <a:stretch>
            <a:fillRect/>
          </a:stretch>
        </p:blipFill>
        <p:spPr>
          <a:xfrm>
            <a:off x="9141088" y="970666"/>
            <a:ext cx="3050912" cy="5887335"/>
          </a:xfrm>
          <a:custGeom>
            <a:avLst/>
            <a:gdLst>
              <a:gd name="connsiteX0" fmla="*/ 0 w 3050912"/>
              <a:gd name="connsiteY0" fmla="*/ 0 h 5887335"/>
              <a:gd name="connsiteX1" fmla="*/ 3050912 w 3050912"/>
              <a:gd name="connsiteY1" fmla="*/ 0 h 5887335"/>
              <a:gd name="connsiteX2" fmla="*/ 3050912 w 3050912"/>
              <a:gd name="connsiteY2" fmla="*/ 5887335 h 5887335"/>
              <a:gd name="connsiteX3" fmla="*/ 0 w 3050912"/>
              <a:gd name="connsiteY3" fmla="*/ 5887335 h 5887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0912" h="5887335">
                <a:moveTo>
                  <a:pt x="0" y="0"/>
                </a:moveTo>
                <a:lnTo>
                  <a:pt x="3050912" y="0"/>
                </a:lnTo>
                <a:lnTo>
                  <a:pt x="3050912" y="5887335"/>
                </a:lnTo>
                <a:lnTo>
                  <a:pt x="0" y="5887335"/>
                </a:lnTo>
                <a:close/>
              </a:path>
            </a:pathLst>
          </a:cu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1CBEC63C-AA69-807D-2A93-BC45B1BDF6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4" y="621973"/>
            <a:ext cx="7309086" cy="1828800"/>
          </a:xfrm>
        </p:spPr>
        <p:txBody>
          <a:bodyPr lIns="0" tIns="0" rIns="0" bIns="0">
            <a:noAutofit/>
          </a:bodyPr>
          <a:lstStyle/>
          <a:p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3E0C7AAD-1535-12DC-133E-2253BF501721}"/>
              </a:ext>
            </a:extLst>
          </p:cNvPr>
          <p:cNvSpPr>
            <a:spLocks noGrp="1"/>
          </p:cNvSpPr>
          <p:nvPr>
            <p:ph type="tbl" sz="quarter" idx="12" hasCustomPrompt="1"/>
          </p:nvPr>
        </p:nvSpPr>
        <p:spPr>
          <a:xfrm>
            <a:off x="811183" y="2757488"/>
            <a:ext cx="10548967" cy="3399964"/>
          </a:xfrm>
        </p:spPr>
        <p:txBody>
          <a:bodyPr/>
          <a:lstStyle/>
          <a:p>
            <a:r>
              <a:rPr lang="en-US" dirty="0"/>
              <a:t>Click icon to insert table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6FD22D-E552-7707-178A-C415B32A855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CF2C4E6-14A3-F03B-CAE2-C92DC19E79C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6974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1008" userDrawn="1">
          <p15:clr>
            <a:srgbClr val="FBAE40"/>
          </p15:clr>
        </p15:guide>
        <p15:guide id="3" orient="horz" pos="1560" userDrawn="1">
          <p15:clr>
            <a:srgbClr val="FBAE40"/>
          </p15:clr>
        </p15:guide>
        <p15:guide id="4" pos="312" userDrawn="1">
          <p15:clr>
            <a:srgbClr val="FBAE40"/>
          </p15:clr>
        </p15:guide>
        <p15:guide id="5" pos="816" userDrawn="1">
          <p15:clr>
            <a:srgbClr val="FBAE40"/>
          </p15:clr>
        </p15:guide>
        <p15:guide id="6" pos="6336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8AC6985-AA41-BCAE-CEDF-E736D973B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1184" y="612647"/>
            <a:ext cx="10002589" cy="3657600"/>
          </a:xfrm>
        </p:spPr>
        <p:txBody>
          <a:bodyPr lIns="0" tIns="0" rIns="0" bIns="0" anchor="b">
            <a:noAutofit/>
          </a:bodyPr>
          <a:lstStyle>
            <a:lvl1pPr mar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 sz="7000"/>
            </a:lvl1pPr>
          </a:lstStyle>
          <a:p>
            <a:endParaRPr lang="en-US" dirty="0"/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A7B85660-94E4-85D1-95CA-415513A0355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1185" y="4724033"/>
            <a:ext cx="7000972" cy="1709423"/>
          </a:xfrm>
        </p:spPr>
        <p:txBody>
          <a:bodyPr lIns="0" tIns="0" rIns="0" bIns="0">
            <a:noAutofit/>
          </a:bodyPr>
          <a:lstStyle>
            <a:lvl1pPr marL="0" indent="0" algn="l">
              <a:buNone/>
              <a:defRPr sz="2400" b="1" i="0">
                <a:solidFill>
                  <a:schemeClr val="accent4"/>
                </a:solidFill>
                <a:latin typeface="+mj-lt"/>
                <a:cs typeface="Arial Black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DCAF5C0-1B51-02B5-924D-230575353A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rot="10800000">
            <a:off x="9829617" y="4724034"/>
            <a:ext cx="2133966" cy="2133966"/>
            <a:chOff x="9654699" y="2229295"/>
            <a:chExt cx="2133966" cy="2133966"/>
          </a:xfrm>
        </p:grpSpPr>
        <p:sp>
          <p:nvSpPr>
            <p:cNvPr id="3" name="Freeform 11">
              <a:extLst>
                <a:ext uri="{FF2B5EF4-FFF2-40B4-BE49-F238E27FC236}">
                  <a16:creationId xmlns:a16="http://schemas.microsoft.com/office/drawing/2014/main" id="{41AAE8D5-8E6A-7CBE-9018-DD8F3493D049}"/>
                </a:ext>
              </a:extLst>
            </p:cNvPr>
            <p:cNvSpPr/>
            <p:nvPr/>
          </p:nvSpPr>
          <p:spPr>
            <a:xfrm>
              <a:off x="9655348" y="3309113"/>
              <a:ext cx="2132669" cy="1054148"/>
            </a:xfrm>
            <a:custGeom>
              <a:avLst/>
              <a:gdLst>
                <a:gd name="connsiteX0" fmla="*/ 1345382 w 2690764"/>
                <a:gd name="connsiteY0" fmla="*/ 0 h 1330006"/>
                <a:gd name="connsiteX1" fmla="*/ 2684632 w 2690764"/>
                <a:gd name="connsiteY1" fmla="*/ 1208559 h 1330006"/>
                <a:gd name="connsiteX2" fmla="*/ 2690764 w 2690764"/>
                <a:gd name="connsiteY2" fmla="*/ 1330006 h 1330006"/>
                <a:gd name="connsiteX3" fmla="*/ 0 w 2690764"/>
                <a:gd name="connsiteY3" fmla="*/ 1330006 h 1330006"/>
                <a:gd name="connsiteX4" fmla="*/ 6132 w 2690764"/>
                <a:gd name="connsiteY4" fmla="*/ 1208559 h 1330006"/>
                <a:gd name="connsiteX5" fmla="*/ 1345382 w 2690764"/>
                <a:gd name="connsiteY5" fmla="*/ 0 h 1330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0764" h="1330006">
                  <a:moveTo>
                    <a:pt x="1345382" y="0"/>
                  </a:moveTo>
                  <a:cubicBezTo>
                    <a:pt x="2042400" y="0"/>
                    <a:pt x="2615693" y="529729"/>
                    <a:pt x="2684632" y="1208559"/>
                  </a:cubicBezTo>
                  <a:lnTo>
                    <a:pt x="2690764" y="1330006"/>
                  </a:lnTo>
                  <a:lnTo>
                    <a:pt x="0" y="1330006"/>
                  </a:lnTo>
                  <a:lnTo>
                    <a:pt x="6132" y="1208559"/>
                  </a:lnTo>
                  <a:cubicBezTo>
                    <a:pt x="75071" y="529729"/>
                    <a:pt x="648364" y="0"/>
                    <a:pt x="1345382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" name="Freeform 12">
              <a:extLst>
                <a:ext uri="{FF2B5EF4-FFF2-40B4-BE49-F238E27FC236}">
                  <a16:creationId xmlns:a16="http://schemas.microsoft.com/office/drawing/2014/main" id="{C694532E-B147-38A2-55EE-24483385016A}"/>
                </a:ext>
              </a:extLst>
            </p:cNvPr>
            <p:cNvSpPr/>
            <p:nvPr/>
          </p:nvSpPr>
          <p:spPr>
            <a:xfrm>
              <a:off x="9654699" y="2229295"/>
              <a:ext cx="2133966" cy="1079818"/>
            </a:xfrm>
            <a:custGeom>
              <a:avLst/>
              <a:gdLst>
                <a:gd name="connsiteX0" fmla="*/ 818 w 2692400"/>
                <a:gd name="connsiteY0" fmla="*/ 0 h 1362394"/>
                <a:gd name="connsiteX1" fmla="*/ 2691582 w 2692400"/>
                <a:gd name="connsiteY1" fmla="*/ 0 h 1362394"/>
                <a:gd name="connsiteX2" fmla="*/ 2692400 w 2692400"/>
                <a:gd name="connsiteY2" fmla="*/ 16194 h 1362394"/>
                <a:gd name="connsiteX3" fmla="*/ 1346200 w 2692400"/>
                <a:gd name="connsiteY3" fmla="*/ 1362394 h 1362394"/>
                <a:gd name="connsiteX4" fmla="*/ 0 w 2692400"/>
                <a:gd name="connsiteY4" fmla="*/ 16194 h 1362394"/>
                <a:gd name="connsiteX5" fmla="*/ 818 w 2692400"/>
                <a:gd name="connsiteY5" fmla="*/ 0 h 13623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92400" h="1362394">
                  <a:moveTo>
                    <a:pt x="818" y="0"/>
                  </a:moveTo>
                  <a:lnTo>
                    <a:pt x="2691582" y="0"/>
                  </a:lnTo>
                  <a:lnTo>
                    <a:pt x="2692400" y="16194"/>
                  </a:lnTo>
                  <a:cubicBezTo>
                    <a:pt x="2692400" y="759680"/>
                    <a:pt x="2089686" y="1362394"/>
                    <a:pt x="1346200" y="1362394"/>
                  </a:cubicBezTo>
                  <a:cubicBezTo>
                    <a:pt x="602714" y="1362394"/>
                    <a:pt x="0" y="759680"/>
                    <a:pt x="0" y="16194"/>
                  </a:cubicBezTo>
                  <a:lnTo>
                    <a:pt x="81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pic>
        <p:nvPicPr>
          <p:cNvPr id="5" name="Graphic 4">
            <a:extLst>
              <a:ext uri="{FF2B5EF4-FFF2-40B4-BE49-F238E27FC236}">
                <a16:creationId xmlns:a16="http://schemas.microsoft.com/office/drawing/2014/main" id="{114B3BE5-2D39-542C-00BB-A940C568E4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52884" r="34757"/>
          <a:stretch>
            <a:fillRect/>
          </a:stretch>
        </p:blipFill>
        <p:spPr>
          <a:xfrm>
            <a:off x="7717670" y="0"/>
            <a:ext cx="4474331" cy="3231221"/>
          </a:xfrm>
          <a:custGeom>
            <a:avLst/>
            <a:gdLst>
              <a:gd name="connsiteX0" fmla="*/ 0 w 4474331"/>
              <a:gd name="connsiteY0" fmla="*/ 0 h 3231221"/>
              <a:gd name="connsiteX1" fmla="*/ 4474331 w 4474331"/>
              <a:gd name="connsiteY1" fmla="*/ 0 h 3231221"/>
              <a:gd name="connsiteX2" fmla="*/ 4474331 w 4474331"/>
              <a:gd name="connsiteY2" fmla="*/ 3231221 h 3231221"/>
              <a:gd name="connsiteX3" fmla="*/ 0 w 4474331"/>
              <a:gd name="connsiteY3" fmla="*/ 3231221 h 32312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74331" h="3231221">
                <a:moveTo>
                  <a:pt x="0" y="0"/>
                </a:moveTo>
                <a:lnTo>
                  <a:pt x="4474331" y="0"/>
                </a:lnTo>
                <a:lnTo>
                  <a:pt x="4474331" y="3231221"/>
                </a:lnTo>
                <a:lnTo>
                  <a:pt x="0" y="3231221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988813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10569630" cy="10687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1185" y="1825625"/>
            <a:ext cx="1056963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11185" y="6356350"/>
            <a:ext cx="4411509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0" i="0" spc="50" baseline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7615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 b="1" i="0" spc="50" baseline="0">
                <a:solidFill>
                  <a:schemeClr val="bg1"/>
                </a:solidFill>
                <a:latin typeface="+mn-lt"/>
                <a:cs typeface="Arial Black" panose="020B0604020202020204" pitchFamily="34" charset="0"/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5" r:id="rId3"/>
    <p:sldLayoutId id="2147483683" r:id="rId4"/>
    <p:sldLayoutId id="2147483684" r:id="rId5"/>
    <p:sldLayoutId id="2147483685" r:id="rId6"/>
    <p:sldLayoutId id="2147483671" r:id="rId7"/>
    <p:sldLayoutId id="2147483679" r:id="rId8"/>
    <p:sldLayoutId id="2147483676" r:id="rId9"/>
    <p:sldLayoutId id="2147483669" r:id="rId10"/>
    <p:sldLayoutId id="2147483673" r:id="rId11"/>
    <p:sldLayoutId id="2147483682" r:id="rId12"/>
    <p:sldLayoutId id="2147483656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i="0" kern="1200" spc="100" baseline="0">
          <a:solidFill>
            <a:schemeClr val="bg1"/>
          </a:solidFill>
          <a:latin typeface="+mj-lt"/>
          <a:ea typeface="+mj-ea"/>
          <a:cs typeface="Arial Black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315D2-7F57-AF2A-38D7-558098789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6400800" cy="1828800"/>
          </a:xfrm>
        </p:spPr>
        <p:txBody>
          <a:bodyPr anchor="t">
            <a:normAutofit/>
          </a:bodyPr>
          <a:lstStyle/>
          <a:p>
            <a:r>
              <a:rPr lang="en-US" sz="3100" b="0"/>
              <a:t>Project Team Members &amp; Project Life Cycle How Our SMS Project Is </a:t>
            </a:r>
            <a:r>
              <a:rPr lang="en-US" sz="3100" b="0" err="1"/>
              <a:t>Organised</a:t>
            </a:r>
            <a:r>
              <a:rPr lang="en-US" sz="3100" b="0"/>
              <a:t> and Delivered</a:t>
            </a:r>
            <a:endParaRPr lang="en-US" sz="3100"/>
          </a:p>
          <a:p>
            <a:endParaRPr lang="en-US" sz="310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8060CA6-8307-0F0D-E367-A9055583A85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1185" y="2774786"/>
            <a:ext cx="6400800" cy="3257550"/>
          </a:xfrm>
        </p:spPr>
        <p:txBody>
          <a:bodyPr>
            <a:normAutofit/>
          </a:bodyPr>
          <a:lstStyle/>
          <a:p>
            <a:r>
              <a:rPr lang="en-US" sz="2200"/>
              <a:t>Presented by:</a:t>
            </a:r>
          </a:p>
          <a:p>
            <a:r>
              <a:rPr lang="en-US" sz="2200"/>
              <a:t>Sfiso Skosana — Group Leader / Project Manager</a:t>
            </a:r>
          </a:p>
          <a:p>
            <a:r>
              <a:rPr lang="en-US" sz="2200"/>
              <a:t>Gift Williams — Research Lead / Business Analyst</a:t>
            </a:r>
          </a:p>
          <a:p>
            <a:r>
              <a:rPr lang="en-US" sz="2200"/>
              <a:t>Mmutlane Molete — Technical Lead / System Architect</a:t>
            </a:r>
          </a:p>
          <a:p>
            <a:r>
              <a:rPr lang="en-US" sz="2200"/>
              <a:t>Nkheto Makhubele — Documentation &amp; QA</a:t>
            </a:r>
          </a:p>
          <a:p>
            <a:r>
              <a:rPr lang="en-US" sz="2200"/>
              <a:t>Module: SPM622 — Software Engineering Project Management Week 3 Progress Update</a:t>
            </a:r>
          </a:p>
        </p:txBody>
      </p:sp>
    </p:spTree>
    <p:extLst>
      <p:ext uri="{BB962C8B-B14F-4D97-AF65-F5344CB8AC3E}">
        <p14:creationId xmlns:p14="http://schemas.microsoft.com/office/powerpoint/2010/main" val="3421401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2ABBA-2E6D-E7DD-AC67-58D1FCB3F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3"/>
            <a:ext cx="6400800" cy="46736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SMS Project roles</a:t>
            </a: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105692-B628-0EF6-3B40-A3D2BA7590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5598713"/>
              </p:ext>
            </p:extLst>
          </p:nvPr>
        </p:nvGraphicFramePr>
        <p:xfrm>
          <a:off x="213360" y="1239520"/>
          <a:ext cx="11856339" cy="5486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3952113">
                  <a:extLst>
                    <a:ext uri="{9D8B030D-6E8A-4147-A177-3AD203B41FA5}">
                      <a16:colId xmlns:a16="http://schemas.microsoft.com/office/drawing/2014/main" val="2865839315"/>
                    </a:ext>
                  </a:extLst>
                </a:gridCol>
                <a:gridCol w="3952113">
                  <a:extLst>
                    <a:ext uri="{9D8B030D-6E8A-4147-A177-3AD203B41FA5}">
                      <a16:colId xmlns:a16="http://schemas.microsoft.com/office/drawing/2014/main" val="1883190641"/>
                    </a:ext>
                  </a:extLst>
                </a:gridCol>
                <a:gridCol w="3952113">
                  <a:extLst>
                    <a:ext uri="{9D8B030D-6E8A-4147-A177-3AD203B41FA5}">
                      <a16:colId xmlns:a16="http://schemas.microsoft.com/office/drawing/2014/main" val="2905437758"/>
                    </a:ext>
                  </a:extLst>
                </a:gridCol>
              </a:tblGrid>
              <a:tr h="343688">
                <a:tc>
                  <a:txBody>
                    <a:bodyPr/>
                    <a:lstStyle/>
                    <a:p>
                      <a:r>
                        <a:rPr lang="en-US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err="1"/>
                        <a:t>Te</a:t>
                      </a:r>
                      <a:r>
                        <a:rPr lang="en-US"/>
                        <a:t>am 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</a:t>
                      </a:r>
                      <a:r>
                        <a:rPr lang="en-US" dirty="0" err="1"/>
                        <a:t>resposibilty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216158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Project Sponsor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College Management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Provides direction, resources, approval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0380964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Project Manager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Sfiso Skosana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Coordinates work, plans, tracks delivery, manages risks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6459992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Business Analyst / Research Lead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Gift Williams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Elicits requirements, researches existing solutions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4931709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Product Owner / Client Rep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College Management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Represents college priorities, accepts outcomes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0072871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Software Developer / System Architect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latin typeface="Arial"/>
                          <a:cs typeface="Arial"/>
                        </a:rPr>
                        <a:t>Mmutlane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Molete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Designs, codes, integrates technical components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8490688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Database / Data Specialist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latin typeface="Arial"/>
                          <a:cs typeface="Arial"/>
                        </a:rPr>
                        <a:t>Mmutlane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Molete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Designs data structures, ensures integrity and security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283634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Tester / QA Engineer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latin typeface="Arial"/>
                          <a:cs typeface="Arial"/>
                        </a:rPr>
                        <a:t>Nkheto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Makhubele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Plans and performs verification, records defects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5267004"/>
                  </a:ext>
                </a:extLst>
              </a:tr>
              <a:tr h="605544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Documentation &amp; QA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 err="1">
                          <a:latin typeface="Arial"/>
                          <a:cs typeface="Arial"/>
                        </a:rPr>
                        <a:t>Nkheto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 Makhubele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Maintains documentation, reviews quality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46740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486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D6FA43-637B-EF8D-3849-CFD9352B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827307"/>
            <a:ext cx="6400800" cy="5203387"/>
          </a:xfrm>
        </p:spPr>
        <p:txBody>
          <a:bodyPr anchor="ctr"/>
          <a:lstStyle/>
          <a:p>
            <a:r>
              <a:rPr lang="en-US" b="0">
                <a:ea typeface="+mj-lt"/>
                <a:cs typeface="+mj-lt"/>
              </a:rPr>
              <a:t>Our RACI Matrix</a:t>
            </a:r>
            <a:endParaRPr lang="en-US"/>
          </a:p>
          <a:p>
            <a:endParaRPr lang="en-US" dirty="0"/>
          </a:p>
        </p:txBody>
      </p:sp>
      <p:pic>
        <p:nvPicPr>
          <p:cNvPr id="12" name="Picture Placeholder 11" descr="Smiling woman waving at camera">
            <a:extLst>
              <a:ext uri="{FF2B5EF4-FFF2-40B4-BE49-F238E27FC236}">
                <a16:creationId xmlns:a16="http://schemas.microsoft.com/office/drawing/2014/main" id="{305341A4-1B00-C8F4-5862-79A826C75023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16682" r="16682"/>
          <a:stretch/>
        </p:blipFill>
        <p:spPr>
          <a:xfrm>
            <a:off x="7401915" y="3046905"/>
            <a:ext cx="3456590" cy="3456590"/>
          </a:xfrm>
        </p:spPr>
      </p:pic>
    </p:spTree>
    <p:extLst>
      <p:ext uri="{BB962C8B-B14F-4D97-AF65-F5344CB8AC3E}">
        <p14:creationId xmlns:p14="http://schemas.microsoft.com/office/powerpoint/2010/main" val="1198221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E1D626-DC09-70AB-F55D-D8536BBCD5F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11185" y="356312"/>
            <a:ext cx="7599718" cy="703026"/>
          </a:xfrm>
        </p:spPr>
        <p:txBody>
          <a:bodyPr vert="horz" lIns="0" tIns="0" rIns="0" bIns="0" rtlCol="0" anchor="t">
            <a:noAutofit/>
          </a:bodyPr>
          <a:lstStyle/>
          <a:p>
            <a:r>
              <a:rPr lang="en-US" b="0">
                <a:ea typeface="+mj-lt"/>
                <a:cs typeface="+mj-lt"/>
              </a:rPr>
              <a:t>Clarifying Responsibility and Accountability</a:t>
            </a:r>
            <a:endParaRPr lang="en-US"/>
          </a:p>
          <a:p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7433EB-8D34-E22A-3309-3F7C7694D3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969823"/>
              </p:ext>
            </p:extLst>
          </p:nvPr>
        </p:nvGraphicFramePr>
        <p:xfrm>
          <a:off x="818359" y="1930074"/>
          <a:ext cx="8168640" cy="404368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042160">
                  <a:extLst>
                    <a:ext uri="{9D8B030D-6E8A-4147-A177-3AD203B41FA5}">
                      <a16:colId xmlns:a16="http://schemas.microsoft.com/office/drawing/2014/main" val="241013060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871402176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1020656637"/>
                    </a:ext>
                  </a:extLst>
                </a:gridCol>
                <a:gridCol w="2042160">
                  <a:extLst>
                    <a:ext uri="{9D8B030D-6E8A-4147-A177-3AD203B41FA5}">
                      <a16:colId xmlns:a16="http://schemas.microsoft.com/office/drawing/2014/main" val="25915080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Arial"/>
                          <a:cs typeface="Arial"/>
                        </a:rPr>
                        <a:t>Activity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Arial"/>
                          <a:cs typeface="Arial"/>
                        </a:rPr>
                        <a:t>Sfiso (PM)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Arial"/>
                          <a:cs typeface="Arial"/>
                        </a:rPr>
                        <a:t>Gift (BA)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 dirty="0" err="1">
                          <a:latin typeface="Arial"/>
                          <a:cs typeface="Arial"/>
                        </a:rPr>
                        <a:t>Mmutlane</a:t>
                      </a:r>
                      <a:r>
                        <a:rPr lang="en-US" sz="1800" b="1" i="0" u="none" strike="noStrike" noProof="0" dirty="0">
                          <a:latin typeface="Arial"/>
                          <a:cs typeface="Arial"/>
                        </a:rPr>
                        <a:t> (Dev)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93378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Gather requirements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9774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Gather requirements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3705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Build features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56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System testing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1973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Business acceptance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8257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Business acceptance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37843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Presentation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A/R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06324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70729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28E5B-47A0-EF94-A53D-6FDB74C9D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3000" y="621972"/>
            <a:ext cx="6400800" cy="1828800"/>
          </a:xfrm>
        </p:spPr>
        <p:txBody>
          <a:bodyPr/>
          <a:lstStyle/>
          <a:p>
            <a:r>
              <a:rPr lang="en-US" b="0">
                <a:ea typeface="+mj-lt"/>
                <a:cs typeface="+mj-lt"/>
              </a:rPr>
              <a:t>Our Project Life Cycle</a:t>
            </a:r>
            <a:endParaRPr lang="en-US"/>
          </a:p>
          <a:p>
            <a:r>
              <a:rPr lang="en-US" b="0">
                <a:ea typeface="+mj-lt"/>
                <a:cs typeface="+mj-lt"/>
              </a:rPr>
              <a:t>How Our SMS Project Moves from Start to Finish</a:t>
            </a:r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639FF9A9-1E06-FFE4-B5C5-15CF8DF58533}"/>
              </a:ext>
            </a:extLst>
          </p:cNvPr>
          <p:cNvGraphicFramePr>
            <a:graphicFrameLocks noGrp="1"/>
          </p:cNvGraphicFramePr>
          <p:nvPr>
            <p:ph sz="quarter" idx="26"/>
            <p:extLst>
              <p:ext uri="{D42A27DB-BD31-4B8C-83A1-F6EECF244321}">
                <p14:modId xmlns:p14="http://schemas.microsoft.com/office/powerpoint/2010/main" val="3752431291"/>
              </p:ext>
            </p:extLst>
          </p:nvPr>
        </p:nvGraphicFramePr>
        <p:xfrm>
          <a:off x="733245" y="2932980"/>
          <a:ext cx="10722276" cy="35712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5361138">
                  <a:extLst>
                    <a:ext uri="{9D8B030D-6E8A-4147-A177-3AD203B41FA5}">
                      <a16:colId xmlns:a16="http://schemas.microsoft.com/office/drawing/2014/main" val="3790899617"/>
                    </a:ext>
                  </a:extLst>
                </a:gridCol>
                <a:gridCol w="5361138">
                  <a:extLst>
                    <a:ext uri="{9D8B030D-6E8A-4147-A177-3AD203B41FA5}">
                      <a16:colId xmlns:a16="http://schemas.microsoft.com/office/drawing/2014/main" val="203637012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Our SMS Project Activities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48324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Initiaiton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Identified manual administration problem; defined need and stakeholders; obtained approval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892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Planning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Defined scope, schedule, team, risks, communication plan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0025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Implemetation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Designing database/UI, developing workflows, testing features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831704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Monitering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Tracking milestones, defects, risks, changes, completion evidence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1471039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Closing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/>
                        <a:t>Obtaining acceptance, deploying/handover, documenting, capturing lessons learned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07241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5836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9B1ED-4D78-65EC-0579-DA9E41D7C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1185" y="621972"/>
            <a:ext cx="9980762" cy="2030601"/>
          </a:xfrm>
        </p:spPr>
        <p:txBody>
          <a:bodyPr anchor="b"/>
          <a:lstStyle/>
          <a:p>
            <a:r>
              <a:rPr lang="en-US" b="0">
                <a:ea typeface="+mj-lt"/>
                <a:cs typeface="+mj-lt"/>
              </a:rPr>
              <a:t>Project Life Cycle vs Software Development Life Cycle</a:t>
            </a:r>
            <a:endParaRPr lang="en-US"/>
          </a:p>
        </p:txBody>
      </p:sp>
      <p:pic>
        <p:nvPicPr>
          <p:cNvPr id="11" name="Picture Placeholder 10" descr="A person giving a thumbs up">
            <a:extLst>
              <a:ext uri="{FF2B5EF4-FFF2-40B4-BE49-F238E27FC236}">
                <a16:creationId xmlns:a16="http://schemas.microsoft.com/office/drawing/2014/main" id="{21652B53-B253-E648-F33E-78767A29B63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/>
          <a:srcRect l="23" r="23"/>
          <a:stretch/>
        </p:blipFill>
        <p:spPr>
          <a:xfrm>
            <a:off x="8091187" y="2475185"/>
            <a:ext cx="3456590" cy="3456590"/>
          </a:xfr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ABE94F7-DD79-F556-4336-138B5BEF47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305317"/>
              </p:ext>
            </p:extLst>
          </p:nvPr>
        </p:nvGraphicFramePr>
        <p:xfrm>
          <a:off x="818359" y="3137772"/>
          <a:ext cx="8168640" cy="256540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4084320">
                  <a:extLst>
                    <a:ext uri="{9D8B030D-6E8A-4147-A177-3AD203B41FA5}">
                      <a16:colId xmlns:a16="http://schemas.microsoft.com/office/drawing/2014/main" val="1346750365"/>
                    </a:ext>
                  </a:extLst>
                </a:gridCol>
                <a:gridCol w="4084320">
                  <a:extLst>
                    <a:ext uri="{9D8B030D-6E8A-4147-A177-3AD203B41FA5}">
                      <a16:colId xmlns:a16="http://schemas.microsoft.com/office/drawing/2014/main" val="41646158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Project Life Cycle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Software Development Life Cycle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03119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Manages the project from initiation through closing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Structures how software is </a:t>
                      </a:r>
                      <a:r>
                        <a:rPr lang="en-US" sz="1800" b="0" i="0" u="none" strike="noStrike" noProof="0" dirty="0" err="1">
                          <a:latin typeface="Arial"/>
                          <a:cs typeface="Arial"/>
                        </a:rPr>
                        <a:t>analysed</a:t>
                      </a:r>
                      <a:r>
                        <a:rPr lang="en-US" sz="1800" b="0" i="0" u="none" strike="noStrike" noProof="0" dirty="0">
                          <a:latin typeface="Arial"/>
                          <a:cs typeface="Arial"/>
                        </a:rPr>
                        <a:t>, designed, built, tested, deployed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9603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Focus: governance, coordination, resources, progress, stakeholders, completion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Focus: creating and assuring the software product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46419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Our approach: Hybrid (predictive governance + Agile delivery)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0" i="0" u="none" strike="noStrike" noProof="0">
                          <a:latin typeface="Arial"/>
                          <a:cs typeface="Arial"/>
                        </a:rPr>
                        <a:t>Our approach: Agile Scrum with timeboxed sprints</a:t>
                      </a: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760463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63107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A348845-3852-D4E6-EF42-8024EAC0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3816" y="605155"/>
            <a:ext cx="10571734" cy="1160145"/>
          </a:xfrm>
        </p:spPr>
        <p:txBody>
          <a:bodyPr>
            <a:normAutofit/>
          </a:bodyPr>
          <a:lstStyle/>
          <a:p>
            <a:r>
              <a:rPr lang="en-US" b="0"/>
              <a:t>Week 3 Progress &amp; Week 4 Plan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AE87B-E37F-614C-6EE5-D03C01018C99}"/>
              </a:ext>
            </a:extLst>
          </p:cNvPr>
          <p:cNvSpPr>
            <a:spLocks noGrp="1"/>
          </p:cNvSpPr>
          <p:nvPr>
            <p:ph sz="quarter" idx="27"/>
          </p:nvPr>
        </p:nvSpPr>
        <p:spPr>
          <a:xfrm>
            <a:off x="3835400" y="2185127"/>
            <a:ext cx="2736849" cy="406771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500"/>
              <a:t>Where We Are and What Comes Next</a:t>
            </a:r>
          </a:p>
          <a:p>
            <a:r>
              <a:rPr lang="en-US" sz="1500"/>
              <a:t>Completed in Week 3:</a:t>
            </a:r>
          </a:p>
          <a:p>
            <a:r>
              <a:rPr lang="en-US" sz="1500"/>
              <a:t>Chapter 6: Development and Implementation (draft)</a:t>
            </a:r>
          </a:p>
          <a:p>
            <a:r>
              <a:rPr lang="en-US" sz="1500"/>
              <a:t>Chapter 7: Testing and Evaluation (draft)</a:t>
            </a:r>
          </a:p>
          <a:p>
            <a:r>
              <a:rPr lang="en-US" sz="1500"/>
              <a:t>Chapter 8: Findings and Discussion (draft)</a:t>
            </a:r>
          </a:p>
          <a:p>
            <a:r>
              <a:rPr lang="en-US" sz="1500"/>
              <a:t>Chapter 9: Conclusion and Recommendations (draft)</a:t>
            </a:r>
          </a:p>
          <a:p>
            <a:r>
              <a:rPr lang="en-US" sz="1500"/>
              <a:t>RACI matrix </a:t>
            </a:r>
            <a:r>
              <a:rPr lang="en-US" sz="1500" err="1"/>
              <a:t>finalised</a:t>
            </a:r>
          </a:p>
          <a:p>
            <a:r>
              <a:rPr lang="en-US" sz="1500"/>
              <a:t>Project life cycle documented</a:t>
            </a:r>
          </a:p>
          <a:p>
            <a:endParaRPr lang="en-US" sz="15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88F6394-786C-5C79-1DBE-C98788568737}"/>
              </a:ext>
            </a:extLst>
          </p:cNvPr>
          <p:cNvSpPr>
            <a:spLocks noGrp="1"/>
          </p:cNvSpPr>
          <p:nvPr>
            <p:ph sz="quarter" idx="28"/>
          </p:nvPr>
        </p:nvSpPr>
        <p:spPr>
          <a:xfrm>
            <a:off x="7221564" y="2184400"/>
            <a:ext cx="4156619" cy="4046290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US" sz="1400"/>
              <a:t>Week 4 Plan (Final Week):</a:t>
            </a:r>
          </a:p>
          <a:p>
            <a:r>
              <a:rPr lang="en-US" sz="1400" err="1"/>
              <a:t>Finalise</a:t>
            </a:r>
            <a:r>
              <a:rPr lang="en-US" sz="1400"/>
              <a:t> working prototype</a:t>
            </a:r>
          </a:p>
          <a:p>
            <a:r>
              <a:rPr lang="en-US" sz="1400"/>
              <a:t>Complete final dissertation</a:t>
            </a:r>
          </a:p>
          <a:p>
            <a:r>
              <a:rPr lang="en-US" sz="1400"/>
              <a:t>Prepare final presentation</a:t>
            </a:r>
          </a:p>
          <a:p>
            <a:r>
              <a:rPr lang="en-US" sz="1400"/>
              <a:t>Live demonstration of SMS</a:t>
            </a:r>
          </a:p>
          <a:p>
            <a:r>
              <a:rPr lang="en-US" sz="1400"/>
              <a:t>Submit on </a:t>
            </a:r>
            <a:r>
              <a:rPr lang="en-US" sz="1400" err="1"/>
              <a:t>CampusOnline</a:t>
            </a:r>
          </a:p>
          <a:p>
            <a:r>
              <a:rPr lang="en-US" sz="1400"/>
              <a:t>Sign Declaration of Authenticity</a:t>
            </a:r>
          </a:p>
          <a:p>
            <a:r>
              <a:rPr lang="en-US" sz="1400"/>
              <a:t>Key Reminders:</a:t>
            </a:r>
          </a:p>
          <a:p>
            <a:r>
              <a:rPr lang="en-US" sz="1400"/>
              <a:t>On-campus attendance compulsory</a:t>
            </a:r>
          </a:p>
          <a:p>
            <a:r>
              <a:rPr lang="en-US" sz="1400"/>
              <a:t>Times New Roman, 12pt, 1.5 spacing</a:t>
            </a:r>
          </a:p>
          <a:p>
            <a:r>
              <a:rPr lang="en-US" sz="1400"/>
              <a:t>Harvard references</a:t>
            </a:r>
          </a:p>
          <a:p>
            <a:r>
              <a:rPr lang="en-US" sz="1400"/>
              <a:t>All members must sign Declaration of Authenticity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59155554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Training-presentation">
      <a:dk1>
        <a:srgbClr val="000000"/>
      </a:dk1>
      <a:lt1>
        <a:srgbClr val="FFFFFF"/>
      </a:lt1>
      <a:dk2>
        <a:srgbClr val="112CC1"/>
      </a:dk2>
      <a:lt2>
        <a:srgbClr val="E7E6E6"/>
      </a:lt2>
      <a:accent1>
        <a:srgbClr val="FF7128"/>
      </a:accent1>
      <a:accent2>
        <a:srgbClr val="FF2828"/>
      </a:accent2>
      <a:accent3>
        <a:srgbClr val="2849FD"/>
      </a:accent3>
      <a:accent4>
        <a:srgbClr val="D3DDFE"/>
      </a:accent4>
      <a:accent5>
        <a:srgbClr val="FBFF22"/>
      </a:accent5>
      <a:accent6>
        <a:srgbClr val="D90000"/>
      </a:accent6>
      <a:hlink>
        <a:srgbClr val="0563C1"/>
      </a:hlink>
      <a:folHlink>
        <a:srgbClr val="954F72"/>
      </a:folHlink>
    </a:clrScheme>
    <a:fontScheme name="Custom 12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03460604_win32_SL_V10" id="{99B34821-6204-44CE-8DD7-2088F7B07FF3}" vid="{E244DE33-B49D-4797-B149-ADA6E5DF59F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ECF14FD5-A096-4D90-927F-14121C04026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A81F5C2-3514-4A07-8A5F-801AC1F704E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9458E52-C9AB-45CD-90E2-A592FBC3F28E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418</Words>
  <Application>Microsoft Office PowerPoint</Application>
  <PresentationFormat>Widescreen</PresentationFormat>
  <Paragraphs>115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Custom</vt:lpstr>
      <vt:lpstr>Project Team Members &amp; Project Life Cycle How Our SMS Project Is Organised and Delivered </vt:lpstr>
      <vt:lpstr>SMS Project roles</vt:lpstr>
      <vt:lpstr>Our RACI Matrix </vt:lpstr>
      <vt:lpstr>PowerPoint Presentation</vt:lpstr>
      <vt:lpstr>Our Project Life Cycle How Our SMS Project Moves from Start to Finish</vt:lpstr>
      <vt:lpstr>Project Life Cycle vs Software Development Life Cycle</vt:lpstr>
      <vt:lpstr>Week 3 Progress &amp; Week 4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146</cp:revision>
  <dcterms:created xsi:type="dcterms:W3CDTF">2026-10-16T07:52:30Z</dcterms:created>
  <dcterms:modified xsi:type="dcterms:W3CDTF">2026-10-16T08:30:04Z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