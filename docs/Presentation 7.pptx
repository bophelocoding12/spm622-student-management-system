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307" r:id="rId7"/>
    <p:sldId id="281" r:id="rId8"/>
    <p:sldId id="282" r:id="rId9"/>
    <p:sldId id="315" r:id="rId10"/>
    <p:sldId id="317" r:id="rId11"/>
    <p:sldId id="318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4761A8-2827-BE46-FF4B-3F5766248EA9}" v="485" dt="2026-10-07T10:47:58.002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 autoAdjust="0"/>
    <p:restoredTop sz="95388" autoAdjust="0"/>
  </p:normalViewPr>
  <p:slideViewPr>
    <p:cSldViewPr snapToGrid="0" snapToObjects="1">
      <p:cViewPr>
        <p:scale>
          <a:sx n="100" d="100"/>
          <a:sy n="100" d="100"/>
        </p:scale>
        <p:origin x="-706" y="-53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stos Skosana" userId="S::20251311@ctucareer.co.za::cf2772d1-f172-4540-9747-c054a7192686" providerId="AD" clId="Web-{804761A8-2827-BE46-FF4B-3F5766248EA9}"/>
    <pc:docChg chg="delSld modSld sldOrd">
      <pc:chgData name="Fistos Skosana" userId="S::20251311@ctucareer.co.za::cf2772d1-f172-4540-9747-c054a7192686" providerId="AD" clId="Web-{804761A8-2827-BE46-FF4B-3F5766248EA9}" dt="2026-10-07T10:47:58.002" v="499"/>
      <pc:docMkLst>
        <pc:docMk/>
      </pc:docMkLst>
      <pc:sldChg chg="addSp delSp modSp mod modClrScheme chgLayout">
        <pc:chgData name="Fistos Skosana" userId="S::20251311@ctucareer.co.za::cf2772d1-f172-4540-9747-c054a7192686" providerId="AD" clId="Web-{804761A8-2827-BE46-FF4B-3F5766248EA9}" dt="2026-10-07T10:08:38.077" v="61" actId="20577"/>
        <pc:sldMkLst>
          <pc:docMk/>
          <pc:sldMk cId="2952923800" sldId="281"/>
        </pc:sldMkLst>
        <pc:spChg chg="mod">
          <ac:chgData name="Fistos Skosana" userId="S::20251311@ctucareer.co.za::cf2772d1-f172-4540-9747-c054a7192686" providerId="AD" clId="Web-{804761A8-2827-BE46-FF4B-3F5766248EA9}" dt="2026-10-07T10:08:27.608" v="55"/>
          <ac:spMkLst>
            <pc:docMk/>
            <pc:sldMk cId="2952923800" sldId="281"/>
            <ac:spMk id="2" creationId="{D53B219B-7E3A-7E84-6386-37313F0CFB09}"/>
          </ac:spMkLst>
        </pc:spChg>
        <pc:spChg chg="mod">
          <ac:chgData name="Fistos Skosana" userId="S::20251311@ctucareer.co.za::cf2772d1-f172-4540-9747-c054a7192686" providerId="AD" clId="Web-{804761A8-2827-BE46-FF4B-3F5766248EA9}" dt="2026-10-07T10:08:38.077" v="61" actId="20577"/>
          <ac:spMkLst>
            <pc:docMk/>
            <pc:sldMk cId="2952923800" sldId="281"/>
            <ac:spMk id="3" creationId="{A2E339BF-E6D7-DD0E-AF02-6813852EE723}"/>
          </ac:spMkLst>
        </pc:spChg>
        <pc:spChg chg="add mod">
          <ac:chgData name="Fistos Skosana" userId="S::20251311@ctucareer.co.za::cf2772d1-f172-4540-9747-c054a7192686" providerId="AD" clId="Web-{804761A8-2827-BE46-FF4B-3F5766248EA9}" dt="2026-10-07T10:08:27.608" v="55"/>
          <ac:spMkLst>
            <pc:docMk/>
            <pc:sldMk cId="2952923800" sldId="281"/>
            <ac:spMk id="11" creationId="{20088731-EC16-B213-D387-2D254E0A50AB}"/>
          </ac:spMkLst>
        </pc:spChg>
        <pc:graphicFrameChg chg="add del">
          <ac:chgData name="Fistos Skosana" userId="S::20251311@ctucareer.co.za::cf2772d1-f172-4540-9747-c054a7192686" providerId="AD" clId="Web-{804761A8-2827-BE46-FF4B-3F5766248EA9}" dt="2026-10-07T10:05:56.591" v="42"/>
          <ac:graphicFrameMkLst>
            <pc:docMk/>
            <pc:sldMk cId="2952923800" sldId="281"/>
            <ac:graphicFrameMk id="4" creationId="{E1A9886C-C09F-6686-5D13-362F6AC639BC}"/>
          </ac:graphicFrameMkLst>
        </pc:graphicFrameChg>
        <pc:graphicFrameChg chg="add del">
          <ac:chgData name="Fistos Skosana" userId="S::20251311@ctucareer.co.za::cf2772d1-f172-4540-9747-c054a7192686" providerId="AD" clId="Web-{804761A8-2827-BE46-FF4B-3F5766248EA9}" dt="2026-10-07T10:07:02.420" v="49"/>
          <ac:graphicFrameMkLst>
            <pc:docMk/>
            <pc:sldMk cId="2952923800" sldId="281"/>
            <ac:graphicFrameMk id="5" creationId="{E8946F64-EF97-4B74-146D-CFD779D1B263}"/>
          </ac:graphicFrameMkLst>
        </pc:graphicFrameChg>
        <pc:picChg chg="mod">
          <ac:chgData name="Fistos Skosana" userId="S::20251311@ctucareer.co.za::cf2772d1-f172-4540-9747-c054a7192686" providerId="AD" clId="Web-{804761A8-2827-BE46-FF4B-3F5766248EA9}" dt="2026-10-07T10:08:27.608" v="55"/>
          <ac:picMkLst>
            <pc:docMk/>
            <pc:sldMk cId="2952923800" sldId="281"/>
            <ac:picMk id="6" creationId="{FECDA901-DD88-89EB-E10E-A2994D0A92DB}"/>
          </ac:picMkLst>
        </pc:picChg>
      </pc:sldChg>
      <pc:sldChg chg="addSp delSp modSp">
        <pc:chgData name="Fistos Skosana" userId="S::20251311@ctucareer.co.za::cf2772d1-f172-4540-9747-c054a7192686" providerId="AD" clId="Web-{804761A8-2827-BE46-FF4B-3F5766248EA9}" dt="2026-10-07T10:14:04.470" v="122" actId="14100"/>
        <pc:sldMkLst>
          <pc:docMk/>
          <pc:sldMk cId="685681062" sldId="282"/>
        </pc:sldMkLst>
        <pc:spChg chg="mod">
          <ac:chgData name="Fistos Skosana" userId="S::20251311@ctucareer.co.za::cf2772d1-f172-4540-9747-c054a7192686" providerId="AD" clId="Web-{804761A8-2827-BE46-FF4B-3F5766248EA9}" dt="2026-10-07T10:12:22.266" v="114" actId="20577"/>
          <ac:spMkLst>
            <pc:docMk/>
            <pc:sldMk cId="685681062" sldId="282"/>
            <ac:spMk id="2" creationId="{FD5E8954-9BCB-7FD9-A210-38DC54382D45}"/>
          </ac:spMkLst>
        </pc:spChg>
        <pc:spChg chg="del mod">
          <ac:chgData name="Fistos Skosana" userId="S::20251311@ctucareer.co.za::cf2772d1-f172-4540-9747-c054a7192686" providerId="AD" clId="Web-{804761A8-2827-BE46-FF4B-3F5766248EA9}" dt="2026-10-07T10:09:19.843" v="64"/>
          <ac:spMkLst>
            <pc:docMk/>
            <pc:sldMk cId="685681062" sldId="282"/>
            <ac:spMk id="3" creationId="{75111C33-898C-4414-4665-5136EB6FC126}"/>
          </ac:spMkLst>
        </pc:spChg>
        <pc:spChg chg="add mod">
          <ac:chgData name="Fistos Skosana" userId="S::20251311@ctucareer.co.za::cf2772d1-f172-4540-9747-c054a7192686" providerId="AD" clId="Web-{804761A8-2827-BE46-FF4B-3F5766248EA9}" dt="2026-10-07T10:14:04.470" v="122" actId="14100"/>
          <ac:spMkLst>
            <pc:docMk/>
            <pc:sldMk cId="685681062" sldId="282"/>
            <ac:spMk id="5" creationId="{5C785344-6FBF-F150-DC94-5A5BF8D3953B}"/>
          </ac:spMkLst>
        </pc:spChg>
        <pc:graphicFrameChg chg="add mod ord modGraphic">
          <ac:chgData name="Fistos Skosana" userId="S::20251311@ctucareer.co.za::cf2772d1-f172-4540-9747-c054a7192686" providerId="AD" clId="Web-{804761A8-2827-BE46-FF4B-3F5766248EA9}" dt="2026-10-07T10:12:55.001" v="117"/>
          <ac:graphicFrameMkLst>
            <pc:docMk/>
            <pc:sldMk cId="685681062" sldId="282"/>
            <ac:graphicFrameMk id="4" creationId="{891C3A57-C938-9576-F66D-2957A7D641FF}"/>
          </ac:graphicFrameMkLst>
        </pc:graphicFrameChg>
      </pc:sldChg>
      <pc:sldChg chg="del">
        <pc:chgData name="Fistos Skosana" userId="S::20251311@ctucareer.co.za::cf2772d1-f172-4540-9747-c054a7192686" providerId="AD" clId="Web-{804761A8-2827-BE46-FF4B-3F5766248EA9}" dt="2026-10-07T10:47:55.596" v="498"/>
        <pc:sldMkLst>
          <pc:docMk/>
          <pc:sldMk cId="1973173046" sldId="297"/>
        </pc:sldMkLst>
      </pc:sldChg>
      <pc:sldChg chg="modSp mod modClrScheme chgLayout">
        <pc:chgData name="Fistos Skosana" userId="S::20251311@ctucareer.co.za::cf2772d1-f172-4540-9747-c054a7192686" providerId="AD" clId="Web-{804761A8-2827-BE46-FF4B-3F5766248EA9}" dt="2026-10-07T10:02:44.792" v="26" actId="20577"/>
        <pc:sldMkLst>
          <pc:docMk/>
          <pc:sldMk cId="3913219759" sldId="304"/>
        </pc:sldMkLst>
        <pc:spChg chg="mod">
          <ac:chgData name="Fistos Skosana" userId="S::20251311@ctucareer.co.za::cf2772d1-f172-4540-9747-c054a7192686" providerId="AD" clId="Web-{804761A8-2827-BE46-FF4B-3F5766248EA9}" dt="2026-10-07T10:01:02.948" v="23"/>
          <ac:spMkLst>
            <pc:docMk/>
            <pc:sldMk cId="3913219759" sldId="304"/>
            <ac:spMk id="2" creationId="{13021072-4A77-DB4D-DF41-58EADB7DA94E}"/>
          </ac:spMkLst>
        </pc:spChg>
        <pc:spChg chg="mod">
          <ac:chgData name="Fistos Skosana" userId="S::20251311@ctucareer.co.za::cf2772d1-f172-4540-9747-c054a7192686" providerId="AD" clId="Web-{804761A8-2827-BE46-FF4B-3F5766248EA9}" dt="2026-10-07T10:02:44.792" v="26" actId="20577"/>
          <ac:spMkLst>
            <pc:docMk/>
            <pc:sldMk cId="3913219759" sldId="304"/>
            <ac:spMk id="3" creationId="{D4D22962-3C7F-E480-5C35-7F4860A098E1}"/>
          </ac:spMkLst>
        </pc:spChg>
        <pc:spChg chg="mod">
          <ac:chgData name="Fistos Skosana" userId="S::20251311@ctucareer.co.za::cf2772d1-f172-4540-9747-c054a7192686" providerId="AD" clId="Web-{804761A8-2827-BE46-FF4B-3F5766248EA9}" dt="2026-10-07T10:01:02.948" v="23"/>
          <ac:spMkLst>
            <pc:docMk/>
            <pc:sldMk cId="3913219759" sldId="304"/>
            <ac:spMk id="4" creationId="{18D5CFA2-4E67-F157-5FFD-A246307D41F7}"/>
          </ac:spMkLst>
        </pc:spChg>
      </pc:sldChg>
      <pc:sldChg chg="modSp">
        <pc:chgData name="Fistos Skosana" userId="S::20251311@ctucareer.co.za::cf2772d1-f172-4540-9747-c054a7192686" providerId="AD" clId="Web-{804761A8-2827-BE46-FF4B-3F5766248EA9}" dt="2026-10-07T10:03:19.902" v="28" actId="20577"/>
        <pc:sldMkLst>
          <pc:docMk/>
          <pc:sldMk cId="2906491918" sldId="307"/>
        </pc:sldMkLst>
        <pc:spChg chg="mod">
          <ac:chgData name="Fistos Skosana" userId="S::20251311@ctucareer.co.za::cf2772d1-f172-4540-9747-c054a7192686" providerId="AD" clId="Web-{804761A8-2827-BE46-FF4B-3F5766248EA9}" dt="2026-10-07T10:03:19.902" v="28" actId="20577"/>
          <ac:spMkLst>
            <pc:docMk/>
            <pc:sldMk cId="2906491918" sldId="307"/>
            <ac:spMk id="2" creationId="{D54EDA75-0988-2AC2-87F8-8DEC83A7B9CA}"/>
          </ac:spMkLst>
        </pc:spChg>
      </pc:sldChg>
      <pc:sldChg chg="addSp modSp mod modClrScheme chgLayout">
        <pc:chgData name="Fistos Skosana" userId="S::20251311@ctucareer.co.za::cf2772d1-f172-4540-9747-c054a7192686" providerId="AD" clId="Web-{804761A8-2827-BE46-FF4B-3F5766248EA9}" dt="2026-10-07T09:59:35.963" v="18" actId="20577"/>
        <pc:sldMkLst>
          <pc:docMk/>
          <pc:sldMk cId="2202437675" sldId="312"/>
        </pc:sldMkLst>
        <pc:spChg chg="mod">
          <ac:chgData name="Fistos Skosana" userId="S::20251311@ctucareer.co.za::cf2772d1-f172-4540-9747-c054a7192686" providerId="AD" clId="Web-{804761A8-2827-BE46-FF4B-3F5766248EA9}" dt="2026-10-07T09:57:51.821" v="16" actId="20577"/>
          <ac:spMkLst>
            <pc:docMk/>
            <pc:sldMk cId="2202437675" sldId="312"/>
            <ac:spMk id="2" creationId="{4207FF65-A536-F639-8591-ED024C223308}"/>
          </ac:spMkLst>
        </pc:spChg>
        <pc:spChg chg="add mod">
          <ac:chgData name="Fistos Skosana" userId="S::20251311@ctucareer.co.za::cf2772d1-f172-4540-9747-c054a7192686" providerId="AD" clId="Web-{804761A8-2827-BE46-FF4B-3F5766248EA9}" dt="2026-10-07T09:59:35.963" v="18" actId="20577"/>
          <ac:spMkLst>
            <pc:docMk/>
            <pc:sldMk cId="2202437675" sldId="312"/>
            <ac:spMk id="7" creationId="{0E5E5B14-3397-A070-3149-BEFA408101DB}"/>
          </ac:spMkLst>
        </pc:spChg>
      </pc:sldChg>
      <pc:sldChg chg="del">
        <pc:chgData name="Fistos Skosana" userId="S::20251311@ctucareer.co.za::cf2772d1-f172-4540-9747-c054a7192686" providerId="AD" clId="Web-{804761A8-2827-BE46-FF4B-3F5766248EA9}" dt="2026-10-07T10:15:15.971" v="123"/>
        <pc:sldMkLst>
          <pc:docMk/>
          <pc:sldMk cId="1131718056" sldId="314"/>
        </pc:sldMkLst>
      </pc:sldChg>
      <pc:sldChg chg="addSp delSp modSp mod modClrScheme chgLayout">
        <pc:chgData name="Fistos Skosana" userId="S::20251311@ctucareer.co.za::cf2772d1-f172-4540-9747-c054a7192686" providerId="AD" clId="Web-{804761A8-2827-BE46-FF4B-3F5766248EA9}" dt="2026-10-07T10:27:00.102" v="179" actId="20577"/>
        <pc:sldMkLst>
          <pc:docMk/>
          <pc:sldMk cId="2468595790" sldId="315"/>
        </pc:sldMkLst>
        <pc:spChg chg="mod">
          <ac:chgData name="Fistos Skosana" userId="S::20251311@ctucareer.co.za::cf2772d1-f172-4540-9747-c054a7192686" providerId="AD" clId="Web-{804761A8-2827-BE46-FF4B-3F5766248EA9}" dt="2026-10-07T10:24:08.741" v="168"/>
          <ac:spMkLst>
            <pc:docMk/>
            <pc:sldMk cId="2468595790" sldId="315"/>
            <ac:spMk id="2" creationId="{B28A34A6-22BC-27A4-2C79-EE98A4943B14}"/>
          </ac:spMkLst>
        </pc:spChg>
        <pc:spChg chg="mod ord">
          <ac:chgData name="Fistos Skosana" userId="S::20251311@ctucareer.co.za::cf2772d1-f172-4540-9747-c054a7192686" providerId="AD" clId="Web-{804761A8-2827-BE46-FF4B-3F5766248EA9}" dt="2026-10-07T10:24:08.741" v="168"/>
          <ac:spMkLst>
            <pc:docMk/>
            <pc:sldMk cId="2468595790" sldId="315"/>
            <ac:spMk id="3" creationId="{7267C004-8B72-C872-98FB-00A2A584D055}"/>
          </ac:spMkLst>
        </pc:spChg>
        <pc:spChg chg="add del mod">
          <ac:chgData name="Fistos Skosana" userId="S::20251311@ctucareer.co.za::cf2772d1-f172-4540-9747-c054a7192686" providerId="AD" clId="Web-{804761A8-2827-BE46-FF4B-3F5766248EA9}" dt="2026-10-07T10:18:04.081" v="131"/>
          <ac:spMkLst>
            <pc:docMk/>
            <pc:sldMk cId="2468595790" sldId="315"/>
            <ac:spMk id="5" creationId="{BB6B9D0E-E94A-9AB1-D78A-7D4F733520C3}"/>
          </ac:spMkLst>
        </pc:spChg>
        <pc:spChg chg="add del">
          <ac:chgData name="Fistos Skosana" userId="S::20251311@ctucareer.co.za::cf2772d1-f172-4540-9747-c054a7192686" providerId="AD" clId="Web-{804761A8-2827-BE46-FF4B-3F5766248EA9}" dt="2026-10-07T10:18:20.597" v="135"/>
          <ac:spMkLst>
            <pc:docMk/>
            <pc:sldMk cId="2468595790" sldId="315"/>
            <ac:spMk id="6" creationId="{33680A80-5C61-DD02-1119-0565C0AD5372}"/>
          </ac:spMkLst>
        </pc:spChg>
        <pc:spChg chg="add del mod">
          <ac:chgData name="Fistos Skosana" userId="S::20251311@ctucareer.co.za::cf2772d1-f172-4540-9747-c054a7192686" providerId="AD" clId="Web-{804761A8-2827-BE46-FF4B-3F5766248EA9}" dt="2026-10-07T10:20:03.864" v="151"/>
          <ac:spMkLst>
            <pc:docMk/>
            <pc:sldMk cId="2468595790" sldId="315"/>
            <ac:spMk id="7" creationId="{186FB7D3-0CB8-56A0-A68D-0F7E341E7DED}"/>
          </ac:spMkLst>
        </pc:spChg>
        <pc:spChg chg="add del">
          <ac:chgData name="Fistos Skosana" userId="S::20251311@ctucareer.co.za::cf2772d1-f172-4540-9747-c054a7192686" providerId="AD" clId="Web-{804761A8-2827-BE46-FF4B-3F5766248EA9}" dt="2026-10-07T10:19:13.660" v="143"/>
          <ac:spMkLst>
            <pc:docMk/>
            <pc:sldMk cId="2468595790" sldId="315"/>
            <ac:spMk id="8" creationId="{7F963087-8BE0-FC43-65DE-818DC1097FEE}"/>
          </ac:spMkLst>
        </pc:spChg>
        <pc:spChg chg="add del">
          <ac:chgData name="Fistos Skosana" userId="S::20251311@ctucareer.co.za::cf2772d1-f172-4540-9747-c054a7192686" providerId="AD" clId="Web-{804761A8-2827-BE46-FF4B-3F5766248EA9}" dt="2026-10-07T10:19:45.442" v="148"/>
          <ac:spMkLst>
            <pc:docMk/>
            <pc:sldMk cId="2468595790" sldId="315"/>
            <ac:spMk id="9" creationId="{74EACA3C-A270-7173-B0E7-E3C7BAD072E4}"/>
          </ac:spMkLst>
        </pc:spChg>
        <pc:spChg chg="add del">
          <ac:chgData name="Fistos Skosana" userId="S::20251311@ctucareer.co.za::cf2772d1-f172-4540-9747-c054a7192686" providerId="AD" clId="Web-{804761A8-2827-BE46-FF4B-3F5766248EA9}" dt="2026-10-07T10:20:31.098" v="154"/>
          <ac:spMkLst>
            <pc:docMk/>
            <pc:sldMk cId="2468595790" sldId="315"/>
            <ac:spMk id="10" creationId="{239AA88D-F79A-08D6-4612-1A3CDDD136BB}"/>
          </ac:spMkLst>
        </pc:spChg>
        <pc:spChg chg="add mod">
          <ac:chgData name="Fistos Skosana" userId="S::20251311@ctucareer.co.za::cf2772d1-f172-4540-9747-c054a7192686" providerId="AD" clId="Web-{804761A8-2827-BE46-FF4B-3F5766248EA9}" dt="2026-10-07T10:27:00.102" v="179" actId="20577"/>
          <ac:spMkLst>
            <pc:docMk/>
            <pc:sldMk cId="2468595790" sldId="315"/>
            <ac:spMk id="11" creationId="{63041B96-5AD4-E0D7-4DAC-19B1BDD4E9F9}"/>
          </ac:spMkLst>
        </pc:spChg>
        <pc:spChg chg="add mod">
          <ac:chgData name="Fistos Skosana" userId="S::20251311@ctucareer.co.za::cf2772d1-f172-4540-9747-c054a7192686" providerId="AD" clId="Web-{804761A8-2827-BE46-FF4B-3F5766248EA9}" dt="2026-10-07T10:24:08.741" v="168"/>
          <ac:spMkLst>
            <pc:docMk/>
            <pc:sldMk cId="2468595790" sldId="315"/>
            <ac:spMk id="13" creationId="{FB950449-CCA9-12B5-3660-AF34E4E989A2}"/>
          </ac:spMkLst>
        </pc:spChg>
        <pc:spChg chg="del mod">
          <ac:chgData name="Fistos Skosana" userId="S::20251311@ctucareer.co.za::cf2772d1-f172-4540-9747-c054a7192686" providerId="AD" clId="Web-{804761A8-2827-BE46-FF4B-3F5766248EA9}" dt="2026-10-07T10:18:54.254" v="139"/>
          <ac:spMkLst>
            <pc:docMk/>
            <pc:sldMk cId="2468595790" sldId="315"/>
            <ac:spMk id="16" creationId="{AEF9954A-E263-8A7E-58B1-4D03F7D1BD9B}"/>
          </ac:spMkLst>
        </pc:spChg>
        <pc:spChg chg="del">
          <ac:chgData name="Fistos Skosana" userId="S::20251311@ctucareer.co.za::cf2772d1-f172-4540-9747-c054a7192686" providerId="AD" clId="Web-{804761A8-2827-BE46-FF4B-3F5766248EA9}" dt="2026-10-07T10:16:48.175" v="126"/>
          <ac:spMkLst>
            <pc:docMk/>
            <pc:sldMk cId="2468595790" sldId="315"/>
            <ac:spMk id="17" creationId="{33680A80-5C61-DD02-1119-0565C0AD5372}"/>
          </ac:spMkLst>
        </pc:spChg>
      </pc:sldChg>
      <pc:sldChg chg="addSp delSp modSp">
        <pc:chgData name="Fistos Skosana" userId="S::20251311@ctucareer.co.za::cf2772d1-f172-4540-9747-c054a7192686" providerId="AD" clId="Web-{804761A8-2827-BE46-FF4B-3F5766248EA9}" dt="2026-10-07T10:41:00.593" v="484" actId="1076"/>
        <pc:sldMkLst>
          <pc:docMk/>
          <pc:sldMk cId="1941619646" sldId="317"/>
        </pc:sldMkLst>
        <pc:spChg chg="mod">
          <ac:chgData name="Fistos Skosana" userId="S::20251311@ctucareer.co.za::cf2772d1-f172-4540-9747-c054a7192686" providerId="AD" clId="Web-{804761A8-2827-BE46-FF4B-3F5766248EA9}" dt="2026-10-07T10:40:51.108" v="482" actId="1076"/>
          <ac:spMkLst>
            <pc:docMk/>
            <pc:sldMk cId="1941619646" sldId="317"/>
            <ac:spMk id="3" creationId="{3D55F2D4-C20E-BEBC-1CCF-4449B0456A7E}"/>
          </ac:spMkLst>
        </pc:spChg>
        <pc:spChg chg="add mod">
          <ac:chgData name="Fistos Skosana" userId="S::20251311@ctucareer.co.za::cf2772d1-f172-4540-9747-c054a7192686" providerId="AD" clId="Web-{804761A8-2827-BE46-FF4B-3F5766248EA9}" dt="2026-10-07T10:40:55.671" v="483" actId="1076"/>
          <ac:spMkLst>
            <pc:docMk/>
            <pc:sldMk cId="1941619646" sldId="317"/>
            <ac:spMk id="5" creationId="{81D93EC7-4362-9ECA-502F-E19CE22C4322}"/>
          </ac:spMkLst>
        </pc:spChg>
        <pc:spChg chg="add del mod">
          <ac:chgData name="Fistos Skosana" userId="S::20251311@ctucareer.co.za::cf2772d1-f172-4540-9747-c054a7192686" providerId="AD" clId="Web-{804761A8-2827-BE46-FF4B-3F5766248EA9}" dt="2026-10-07T10:35:27.872" v="374"/>
          <ac:spMkLst>
            <pc:docMk/>
            <pc:sldMk cId="1941619646" sldId="317"/>
            <ac:spMk id="7" creationId="{653B8932-3C13-5F65-52FD-03052F4B14B7}"/>
          </ac:spMkLst>
        </pc:spChg>
        <pc:spChg chg="del mod">
          <ac:chgData name="Fistos Skosana" userId="S::20251311@ctucareer.co.za::cf2772d1-f172-4540-9747-c054a7192686" providerId="AD" clId="Web-{804761A8-2827-BE46-FF4B-3F5766248EA9}" dt="2026-10-07T10:30:05.197" v="192"/>
          <ac:spMkLst>
            <pc:docMk/>
            <pc:sldMk cId="1941619646" sldId="317"/>
            <ac:spMk id="13" creationId="{58AC0C8B-8A7A-9FAE-2D0F-4D1C3A8C3FA5}"/>
          </ac:spMkLst>
        </pc:spChg>
        <pc:spChg chg="del mod">
          <ac:chgData name="Fistos Skosana" userId="S::20251311@ctucareer.co.za::cf2772d1-f172-4540-9747-c054a7192686" providerId="AD" clId="Web-{804761A8-2827-BE46-FF4B-3F5766248EA9}" dt="2026-10-07T10:28:50.259" v="185"/>
          <ac:spMkLst>
            <pc:docMk/>
            <pc:sldMk cId="1941619646" sldId="317"/>
            <ac:spMk id="14" creationId="{749C7CD1-A9AA-49E3-6734-AD9546F2DF5B}"/>
          </ac:spMkLst>
        </pc:spChg>
        <pc:graphicFrameChg chg="add mod ord modGraphic">
          <ac:chgData name="Fistos Skosana" userId="S::20251311@ctucareer.co.za::cf2772d1-f172-4540-9747-c054a7192686" providerId="AD" clId="Web-{804761A8-2827-BE46-FF4B-3F5766248EA9}" dt="2026-10-07T10:41:00.593" v="484" actId="1076"/>
          <ac:graphicFrameMkLst>
            <pc:docMk/>
            <pc:sldMk cId="1941619646" sldId="317"/>
            <ac:graphicFrameMk id="2" creationId="{0E85E6B0-7560-1FB9-0361-B757C51C72C4}"/>
          </ac:graphicFrameMkLst>
        </pc:graphicFrameChg>
        <pc:picChg chg="del">
          <ac:chgData name="Fistos Skosana" userId="S::20251311@ctucareer.co.za::cf2772d1-f172-4540-9747-c054a7192686" providerId="AD" clId="Web-{804761A8-2827-BE46-FF4B-3F5766248EA9}" dt="2026-10-07T10:35:13.450" v="371"/>
          <ac:picMkLst>
            <pc:docMk/>
            <pc:sldMk cId="1941619646" sldId="317"/>
            <ac:picMk id="10" creationId="{DD0A0899-5B02-CEB5-E5DD-448B169C2377}"/>
          </ac:picMkLst>
        </pc:picChg>
      </pc:sldChg>
      <pc:sldChg chg="delSp modSp ord">
        <pc:chgData name="Fistos Skosana" userId="S::20251311@ctucareer.co.za::cf2772d1-f172-4540-9747-c054a7192686" providerId="AD" clId="Web-{804761A8-2827-BE46-FF4B-3F5766248EA9}" dt="2026-10-07T10:47:37.768" v="495"/>
        <pc:sldMkLst>
          <pc:docMk/>
          <pc:sldMk cId="4072101725" sldId="318"/>
        </pc:sldMkLst>
        <pc:spChg chg="mod">
          <ac:chgData name="Fistos Skosana" userId="S::20251311@ctucareer.co.za::cf2772d1-f172-4540-9747-c054a7192686" providerId="AD" clId="Web-{804761A8-2827-BE46-FF4B-3F5766248EA9}" dt="2026-10-07T10:46:35.049" v="491" actId="20577"/>
          <ac:spMkLst>
            <pc:docMk/>
            <pc:sldMk cId="4072101725" sldId="318"/>
            <ac:spMk id="3" creationId="{9443EC8A-1733-CCF7-081F-EB4667CB3285}"/>
          </ac:spMkLst>
        </pc:spChg>
        <pc:spChg chg="del mod">
          <ac:chgData name="Fistos Skosana" userId="S::20251311@ctucareer.co.za::cf2772d1-f172-4540-9747-c054a7192686" providerId="AD" clId="Web-{804761A8-2827-BE46-FF4B-3F5766248EA9}" dt="2026-10-07T10:46:55.736" v="492"/>
          <ac:spMkLst>
            <pc:docMk/>
            <pc:sldMk cId="4072101725" sldId="318"/>
            <ac:spMk id="4" creationId="{ACE55D3D-AA24-CF53-6679-29B3C83F7646}"/>
          </ac:spMkLst>
        </pc:spChg>
      </pc:sldChg>
      <pc:sldChg chg="del">
        <pc:chgData name="Fistos Skosana" userId="S::20251311@ctucareer.co.za::cf2772d1-f172-4540-9747-c054a7192686" providerId="AD" clId="Web-{804761A8-2827-BE46-FF4B-3F5766248EA9}" dt="2026-10-07T10:47:58.002" v="499"/>
        <pc:sldMkLst>
          <pc:docMk/>
          <pc:sldMk cId="3969996159" sldId="319"/>
        </pc:sldMkLst>
      </pc:sldChg>
      <pc:sldChg chg="del">
        <pc:chgData name="Fistos Skosana" userId="S::20251311@ctucareer.co.za::cf2772d1-f172-4540-9747-c054a7192686" providerId="AD" clId="Web-{804761A8-2827-BE46-FF4B-3F5766248EA9}" dt="2026-10-07T10:47:48.580" v="496"/>
        <pc:sldMkLst>
          <pc:docMk/>
          <pc:sldMk cId="2498021601" sldId="321"/>
        </pc:sldMkLst>
      </pc:sldChg>
      <pc:sldChg chg="del">
        <pc:chgData name="Fistos Skosana" userId="S::20251311@ctucareer.co.za::cf2772d1-f172-4540-9747-c054a7192686" providerId="AD" clId="Web-{804761A8-2827-BE46-FF4B-3F5766248EA9}" dt="2026-10-07T10:47:52.408" v="497"/>
        <pc:sldMkLst>
          <pc:docMk/>
          <pc:sldMk cId="1686213229" sldId="3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 anchor="b">
            <a:normAutofit fontScale="90000"/>
          </a:bodyPr>
          <a:lstStyle/>
          <a:p>
            <a:r>
              <a:rPr lang="en-US" b="0">
                <a:ea typeface="+mj-lt"/>
                <a:cs typeface="+mj-lt"/>
              </a:rPr>
              <a:t>Student Management System (SMS) Replacing Manual Administration at a Private College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E5E5B14-3397-A070-3149-BEFA40810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>
            <a:normAutofit fontScale="70000" lnSpcReduction="20000"/>
          </a:bodyPr>
          <a:lstStyle/>
          <a:p>
            <a:r>
              <a:rPr lang="en-US">
                <a:ea typeface="+mn-lt"/>
                <a:cs typeface="+mn-lt"/>
              </a:rPr>
              <a:t>Group Members:</a:t>
            </a:r>
          </a:p>
          <a:p>
            <a:r>
              <a:rPr lang="en-US">
                <a:ea typeface="+mn-lt"/>
                <a:cs typeface="+mn-lt"/>
              </a:rPr>
              <a:t>Sfiso Skosana — Group Leader / Project Manager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Gift Williams — Research Lead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Mmutlane Molete — Technical Lead / System Architect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Nkheto Makhubele — Documentation &amp; QA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Module: SPM622 — Software Engineering Project Management Lecturer: Mr. Lusukama Selemani Week 2 Progress Update</a:t>
            </a:r>
            <a:endParaRPr lang="en-US"/>
          </a:p>
          <a:p>
            <a:endParaRPr lang="en-US" dirty="0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b="0"/>
              <a:t>What We Are Building: A web-based Student Management System that replaces manual registration, attendance tracking, grade management, reporting, and communication at a private college.</a:t>
            </a:r>
            <a:endParaRPr lang="en-US" sz="1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 vert="horz" lIns="91440" tIns="0" rIns="91440" bIns="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100"/>
              <a:t>Week 2 Objectives:</a:t>
            </a:r>
            <a:endParaRPr lang="en-US"/>
          </a:p>
          <a:p>
            <a:pPr marL="347345" indent="-347345">
              <a:lnSpc>
                <a:spcPct val="90000"/>
              </a:lnSpc>
            </a:pPr>
            <a:r>
              <a:rPr lang="en-US" sz="1100"/>
              <a:t>Complete literature review and requirements analysis</a:t>
            </a:r>
            <a:endParaRPr lang="en-US" sz="1100">
              <a:cs typeface="Sabon Next LT"/>
            </a:endParaRPr>
          </a:p>
          <a:p>
            <a:pPr marL="347345" indent="-347345">
              <a:lnSpc>
                <a:spcPct val="90000"/>
              </a:lnSpc>
            </a:pPr>
            <a:r>
              <a:rPr lang="en-US" sz="1100"/>
              <a:t>Select and justify a software development methodology</a:t>
            </a:r>
            <a:endParaRPr lang="en-US" sz="1100">
              <a:cs typeface="Sabon Next LT"/>
            </a:endParaRPr>
          </a:p>
          <a:p>
            <a:pPr marL="347345" indent="-347345">
              <a:lnSpc>
                <a:spcPct val="90000"/>
              </a:lnSpc>
            </a:pPr>
            <a:r>
              <a:rPr lang="en-US" sz="1100"/>
              <a:t>Design the system architecture and database</a:t>
            </a:r>
            <a:endParaRPr lang="en-US" sz="1100">
              <a:cs typeface="Sabon Next LT"/>
            </a:endParaRPr>
          </a:p>
          <a:p>
            <a:pPr marL="347345" indent="-347345">
              <a:lnSpc>
                <a:spcPct val="90000"/>
              </a:lnSpc>
            </a:pPr>
            <a:r>
              <a:rPr lang="en-US" sz="1100"/>
              <a:t>Produce Chapter 3 (Methodology) and Chapter 4 (Requirements) and Chapter 5 (Design)</a:t>
            </a:r>
            <a:endParaRPr lang="en-US" sz="1100">
              <a:cs typeface="Sabon Next LT"/>
            </a:endParaRPr>
          </a:p>
          <a:p>
            <a:pPr marL="347345" indent="-347345">
              <a:lnSpc>
                <a:spcPct val="90000"/>
              </a:lnSpc>
            </a:pPr>
            <a:r>
              <a:rPr lang="en-US" sz="1100"/>
              <a:t>Conduct QA review and apply corrections</a:t>
            </a:r>
            <a:endParaRPr lang="en-US" sz="1100">
              <a:cs typeface="Sabon Next 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Progress Status:</a:t>
            </a:r>
            <a:endParaRPr lang="en-US" sz="1100">
              <a:cs typeface="Sabon Next LT"/>
            </a:endParaRPr>
          </a:p>
          <a:p>
            <a:pPr marL="347345" indent="-347345">
              <a:lnSpc>
                <a:spcPct val="90000"/>
              </a:lnSpc>
            </a:pPr>
            <a:r>
              <a:rPr lang="en-US" sz="1100"/>
              <a:t>Chapter 1: Complete</a:t>
            </a:r>
            <a:endParaRPr lang="en-US" sz="1100">
              <a:cs typeface="Sabon Next LT"/>
            </a:endParaRPr>
          </a:p>
          <a:p>
            <a:pPr marL="347345" indent="-347345">
              <a:lnSpc>
                <a:spcPct val="90000"/>
              </a:lnSpc>
            </a:pPr>
            <a:r>
              <a:rPr lang="en-US" sz="1100"/>
              <a:t>Chapter 2: Complete (citations added)</a:t>
            </a:r>
            <a:endParaRPr lang="en-US" sz="1100">
              <a:cs typeface="Sabon Next LT"/>
            </a:endParaRPr>
          </a:p>
          <a:p>
            <a:pPr marL="347345" indent="-347345">
              <a:lnSpc>
                <a:spcPct val="90000"/>
              </a:lnSpc>
            </a:pPr>
            <a:r>
              <a:rPr lang="en-US" sz="1100"/>
              <a:t>Chapter 3: Merged (research + methodology)</a:t>
            </a:r>
            <a:endParaRPr lang="en-US" sz="1100">
              <a:cs typeface="Sabon Next LT"/>
            </a:endParaRPr>
          </a:p>
          <a:p>
            <a:pPr marL="347345" indent="-347345">
              <a:lnSpc>
                <a:spcPct val="90000"/>
              </a:lnSpc>
            </a:pPr>
            <a:r>
              <a:rPr lang="en-US" sz="1100"/>
              <a:t>Chapter 4: Complete</a:t>
            </a:r>
            <a:endParaRPr lang="en-US" sz="1100">
              <a:cs typeface="Sabon Next LT"/>
            </a:endParaRPr>
          </a:p>
          <a:p>
            <a:pPr marL="347345" indent="-347345">
              <a:lnSpc>
                <a:spcPct val="90000"/>
              </a:lnSpc>
            </a:pPr>
            <a:r>
              <a:rPr lang="en-US" sz="1100"/>
              <a:t>Chapter 5: Complete</a:t>
            </a:r>
            <a:endParaRPr lang="en-US" sz="1100">
              <a:cs typeface="Sabon Next LT"/>
            </a:endParaRPr>
          </a:p>
          <a:p>
            <a:pPr>
              <a:lnSpc>
                <a:spcPct val="90000"/>
              </a:lnSpc>
            </a:pPr>
            <a:endParaRPr lang="en-US" sz="11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Selected Methodology — Agile Scrum</a:t>
            </a:r>
            <a:endParaRPr lang="en-US"/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932237" cy="1524662"/>
          </a:xfrm>
        </p:spPr>
        <p:txBody>
          <a:bodyPr anchor="b">
            <a:normAutofit/>
          </a:bodyPr>
          <a:lstStyle/>
          <a:p>
            <a:r>
              <a:rPr lang="en-US" sz="3000" b="0"/>
              <a:t>Methodologies Considered:</a:t>
            </a:r>
            <a:endParaRPr lang="en-US" sz="300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0088731-EC16-B213-D387-2D254E0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2286000"/>
            <a:ext cx="3932237" cy="3567086"/>
          </a:xfrm>
        </p:spPr>
        <p:txBody>
          <a:bodyPr vert="horz" lIns="91440" tIns="0" rIns="91440" bIns="0" rtlCol="0" anchor="t">
            <a:normAutofit/>
          </a:bodyPr>
          <a:lstStyle/>
          <a:p>
            <a:endParaRPr lang="en-US"/>
          </a:p>
          <a:p>
            <a:pPr marL="342900" indent="-342900">
              <a:buChar char="•"/>
            </a:pPr>
            <a:r>
              <a:rPr lang="en-US"/>
              <a:t>Waterfall — sequential, structured, less flexible</a:t>
            </a:r>
          </a:p>
          <a:p>
            <a:pPr marL="342900" indent="-342900">
              <a:buChar char="•"/>
            </a:pPr>
            <a:r>
              <a:rPr lang="en-US"/>
              <a:t>Incremental — functional increments, progressive delivery</a:t>
            </a:r>
          </a:p>
          <a:p>
            <a:pPr marL="342900" indent="-342900">
              <a:buChar char="•"/>
            </a:pPr>
            <a:r>
              <a:rPr lang="en-US"/>
              <a:t>Spiral — risk-driven, high process complexity</a:t>
            </a:r>
          </a:p>
          <a:p>
            <a:pPr marL="342900" indent="-342900">
              <a:buChar char="•"/>
            </a:pPr>
            <a:r>
              <a:rPr lang="en-US"/>
              <a:t>Agile Scrum — iterative, adaptive, feedback-driven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5183187" y="1241118"/>
            <a:ext cx="6242839" cy="4120273"/>
          </a:xfrm>
          <a:noFill/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Why Agile Scrum Was Selected: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1C3A57-C938-9576-F66D-2957A7D641F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84794715"/>
              </p:ext>
            </p:extLst>
          </p:nvPr>
        </p:nvGraphicFramePr>
        <p:xfrm>
          <a:off x="3460750" y="2315955"/>
          <a:ext cx="7964488" cy="2763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982244">
                  <a:extLst>
                    <a:ext uri="{9D8B030D-6E8A-4147-A177-3AD203B41FA5}">
                      <a16:colId xmlns:a16="http://schemas.microsoft.com/office/drawing/2014/main" val="2626676837"/>
                    </a:ext>
                  </a:extLst>
                </a:gridCol>
                <a:gridCol w="3982244">
                  <a:extLst>
                    <a:ext uri="{9D8B030D-6E8A-4147-A177-3AD203B41FA5}">
                      <a16:colId xmlns:a16="http://schemas.microsoft.com/office/drawing/2014/main" val="2575110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Project Condition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How Agile Scrum Responds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164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Requirements expected to evolve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Iterative sprints allow refinement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068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Stakeholder feedback available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Sabon Next LT"/>
                          <a:cs typeface="Sabon Next LT"/>
                        </a:rPr>
                        <a:t>Sprint reviews and backlog </a:t>
                      </a:r>
                      <a:r>
                        <a:rPr lang="en-US" sz="1800" b="0" i="0" u="none" strike="noStrike" noProof="0" dirty="0" err="1">
                          <a:latin typeface="Sabon Next LT"/>
                          <a:cs typeface="Sabon Next LT"/>
                        </a:rPr>
                        <a:t>reprioritisation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6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Small team structure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Sabon Next LT"/>
                          <a:cs typeface="Sabon Next LT"/>
                        </a:rPr>
                        <a:t>Self-</a:t>
                      </a:r>
                      <a:r>
                        <a:rPr lang="en-US" sz="1800" b="0" i="0" u="none" strike="noStrike" noProof="0" dirty="0" err="1">
                          <a:latin typeface="Sabon Next LT"/>
                          <a:cs typeface="Sabon Next LT"/>
                        </a:rPr>
                        <a:t>organising</a:t>
                      </a:r>
                      <a:r>
                        <a:rPr lang="en-US" sz="1800" b="0" i="0" u="none" strike="noStrike" noProof="0" dirty="0">
                          <a:latin typeface="Sabon Next LT"/>
                          <a:cs typeface="Sabon Next LT"/>
                        </a:rPr>
                        <a:t> team concept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215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Need for early increments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Timeboxed sprints deliver usable features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3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Continuous testing required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Sabon Next LT"/>
                          <a:cs typeface="Sabon Next LT"/>
                        </a:rPr>
                        <a:t>Testing throughout development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572570"/>
                  </a:ext>
                </a:extLst>
              </a:tr>
            </a:tbl>
          </a:graphicData>
        </a:graphic>
      </p:graphicFrame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5344-6FBF-F150-DC94-5A5BF8D3953B}"/>
              </a:ext>
            </a:extLst>
          </p:cNvPr>
          <p:cNvSpPr txBox="1"/>
          <p:nvPr/>
        </p:nvSpPr>
        <p:spPr>
          <a:xfrm>
            <a:off x="3474271" y="5386050"/>
            <a:ext cx="79337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Supporting Reference: Sommerville (2019) — Engineering Software Products</a:t>
            </a:r>
            <a:endParaRPr lang="en-US"/>
          </a:p>
          <a:p>
            <a:pPr algn="l"/>
            <a:endParaRPr lang="en-US" dirty="0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vert="horz" lIns="91440" tIns="0" rIns="91440" bIns="0" rtlCol="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cap="all" baseline="0">
                <a:latin typeface="+mj-lt"/>
                <a:ea typeface="+mj-ea"/>
                <a:cs typeface="+mj-cs"/>
              </a:rPr>
              <a:t>Requirements &amp; System Design Summary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3041B96-5AD4-E0D7-4DAC-19B1BDD4E9F9}"/>
              </a:ext>
            </a:extLst>
          </p:cNvPr>
          <p:cNvSpPr>
            <a:spLocks noGrp="1"/>
          </p:cNvSpPr>
          <p:nvPr/>
        </p:nvSpPr>
        <p:spPr>
          <a:xfrm>
            <a:off x="914400" y="2331791"/>
            <a:ext cx="6903076" cy="3721817"/>
          </a:xfrm>
          <a:prstGeom prst="rect">
            <a:avLst/>
          </a:prstGeom>
        </p:spPr>
        <p:txBody>
          <a:bodyPr vert="horz" lIns="91440" tIns="0" rIns="91440" bIns="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1"/>
              <a:t>Functional Requirements :</a:t>
            </a:r>
            <a:endParaRPr lang="en-US" sz="1400" b="1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FR1: Student registration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FR2: Manage student records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FR3: Record attendance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FR4: Capture grades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FR5: Reporting dashboard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FR6: Email notifications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FR7: Secure database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FR8: Role-based access control</a:t>
            </a:r>
            <a:endParaRPr lang="en-US" sz="1100">
              <a:cs typeface="Sabon Next LT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1"/>
              <a:t>Non-Functional Requirements :</a:t>
            </a:r>
            <a:endParaRPr lang="en-US" sz="1400" b="1">
              <a:cs typeface="Sabon Next LT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100"/>
              <a:t>Security, Usability, Reliability, Performance, Maintainability, Availability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1"/>
              <a:t>System Design:</a:t>
            </a:r>
            <a:endParaRPr lang="en-US" sz="1400" b="1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Architecture: 3-tier layered web architecture (Presentation, Application/Service, Data)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Modules: Authentication, Registration, Attendance, Grades, Reporting, Notifications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Database Entities: User, Student, Lecturer, Course/Module, Registration, Attendance, Grade, Notification</a:t>
            </a:r>
            <a:endParaRPr lang="en-US" sz="1100">
              <a:cs typeface="Sabon Next LT"/>
            </a:endParaRPr>
          </a:p>
          <a:p>
            <a: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1100"/>
              <a:t>Security: Authentication, authorization, input validation, secure communication, data protection, privacy</a:t>
            </a:r>
            <a:endParaRPr lang="en-US" sz="1100">
              <a:cs typeface="Sabon Next LT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n-US" sz="110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B950449-CCA9-12B5-3660-AF34E4E989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</p:spPr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vert="horz" lIns="91440" tIns="45720" rIns="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305" y="419054"/>
            <a:ext cx="10521558" cy="1019739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QA Review &amp; Corrections Applied</a:t>
            </a:r>
            <a:endParaRPr lang="en-US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E85E6B0-7560-1FB9-0361-B757C51C72C4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2000938139"/>
              </p:ext>
            </p:extLst>
          </p:nvPr>
        </p:nvGraphicFramePr>
        <p:xfrm>
          <a:off x="1245079" y="1757123"/>
          <a:ext cx="8751108" cy="464546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917036">
                  <a:extLst>
                    <a:ext uri="{9D8B030D-6E8A-4147-A177-3AD203B41FA5}">
                      <a16:colId xmlns:a16="http://schemas.microsoft.com/office/drawing/2014/main" val="644241860"/>
                    </a:ext>
                  </a:extLst>
                </a:gridCol>
                <a:gridCol w="2917036">
                  <a:extLst>
                    <a:ext uri="{9D8B030D-6E8A-4147-A177-3AD203B41FA5}">
                      <a16:colId xmlns:a16="http://schemas.microsoft.com/office/drawing/2014/main" val="1500312015"/>
                    </a:ext>
                  </a:extLst>
                </a:gridCol>
                <a:gridCol w="2917036">
                  <a:extLst>
                    <a:ext uri="{9D8B030D-6E8A-4147-A177-3AD203B41FA5}">
                      <a16:colId xmlns:a16="http://schemas.microsoft.com/office/drawing/2014/main" val="1316228868"/>
                    </a:ext>
                  </a:extLst>
                </a:gridCol>
              </a:tblGrid>
              <a:tr h="346056">
                <a:tc>
                  <a:txBody>
                    <a:bodyPr/>
                    <a:lstStyle/>
                    <a:p>
                      <a:r>
                        <a:rPr lang="en-US"/>
                        <a:t>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772904"/>
                  </a:ext>
                </a:extLst>
              </a:tr>
              <a:tr h="4392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 dirty="0"/>
                        <a:t>Typo "</a:t>
                      </a:r>
                      <a:r>
                        <a:rPr lang="en-US" sz="1800" u="none" strike="noStrike" noProof="0" dirty="0" err="1"/>
                        <a:t>Lectueres</a:t>
                      </a:r>
                      <a:r>
                        <a:rPr lang="en-US" sz="1800" u="none" strike="noStrike" noProof="0" dirty="0"/>
                        <a:t>" in stakeholder table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Corrected to "Lecturers"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55127"/>
                  </a:ext>
                </a:extLst>
              </a:tr>
              <a:tr h="4392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Chapter 2 literature claims missing citations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Harvard in-text citations added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724613"/>
                  </a:ext>
                </a:extLst>
              </a:tr>
              <a:tr h="62556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Existing SMS comparison unsupported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Softened and cited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729758"/>
                  </a:ext>
                </a:extLst>
              </a:tr>
              <a:tr h="62556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References mixed, includes unused Sommerville (2016)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 dirty="0" err="1"/>
                        <a:t>Standardised</a:t>
                      </a:r>
                      <a:r>
                        <a:rPr lang="en-US" sz="1800" u="none" strike="noStrike" noProof="0" dirty="0"/>
                        <a:t> to Sommerville (2019)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7552"/>
                  </a:ext>
                </a:extLst>
              </a:tr>
              <a:tr h="4392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Harvard style inconsistent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Applied consistently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661960"/>
                  </a:ext>
                </a:extLst>
              </a:tr>
              <a:tr h="4392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Objective 6 not measurable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Revised to measurable outcome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348244"/>
                  </a:ext>
                </a:extLst>
              </a:tr>
              <a:tr h="4392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Web/database technologies uncited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/>
                        <a:t>Citations added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90805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93EC7-4362-9ECA-502F-E19CE22C4322}"/>
              </a:ext>
            </a:extLst>
          </p:cNvPr>
          <p:cNvSpPr txBox="1"/>
          <p:nvPr/>
        </p:nvSpPr>
        <p:spPr>
          <a:xfrm>
            <a:off x="1249393" y="1438814"/>
            <a:ext cx="75686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1F2C8F"/>
                </a:solidFill>
                <a:cs typeface="Sabon Next LT"/>
              </a:rPr>
              <a:t>QA Findings from Nkheto Makhubele (Documentation &amp; QA Lead):</a:t>
            </a:r>
            <a:endParaRPr lang="en-US">
              <a:cs typeface="Sabon Next LT"/>
            </a:endParaRPr>
          </a:p>
          <a:p>
            <a:pPr algn="l"/>
            <a:endParaRPr lang="en-US" dirty="0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Thank You.</a:t>
            </a:r>
            <a:endParaRPr lang="en-US"/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FA76D1-3C6D-40BC-A42D-496B6EDE8B8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E99543C-82E8-4821-93BD-5A60BEB423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7B7F6F-2C08-4296-B7AB-C2C3F42192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422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Custom</vt:lpstr>
      <vt:lpstr>Student Management System (SMS) Replacing Manual Administration at a Private College</vt:lpstr>
      <vt:lpstr>What We Are Building: A web-based Student Management System that replaces manual registration, attendance tracking, grade management, reporting, and communication at a private college.</vt:lpstr>
      <vt:lpstr>Selected Methodology — Agile Scrum</vt:lpstr>
      <vt:lpstr>Methodologies Considered:</vt:lpstr>
      <vt:lpstr>Why Agile Scrum Was Selected:</vt:lpstr>
      <vt:lpstr>Requirements &amp; System Design Summary</vt:lpstr>
      <vt:lpstr>QA Review &amp; Corrections Applied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193</cp:revision>
  <dcterms:created xsi:type="dcterms:W3CDTF">2026-10-07T09:54:24Z</dcterms:created>
  <dcterms:modified xsi:type="dcterms:W3CDTF">2026-10-07T10:48:02Z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